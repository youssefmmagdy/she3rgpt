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6"/>
  </p:notesMasterIdLst>
  <p:sldIdLst>
    <p:sldId id="258" r:id="rId2"/>
    <p:sldId id="256" r:id="rId3"/>
    <p:sldId id="267" r:id="rId4"/>
    <p:sldId id="282" r:id="rId5"/>
    <p:sldId id="276" r:id="rId6"/>
    <p:sldId id="272" r:id="rId7"/>
    <p:sldId id="273" r:id="rId8"/>
    <p:sldId id="274" r:id="rId9"/>
    <p:sldId id="280" r:id="rId10"/>
    <p:sldId id="281" r:id="rId11"/>
    <p:sldId id="268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9" r:id="rId20"/>
    <p:sldId id="283" r:id="rId21"/>
    <p:sldId id="278" r:id="rId22"/>
    <p:sldId id="279" r:id="rId23"/>
    <p:sldId id="259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22:46:44.0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0,'1894'43'0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22:46:51.3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17,'97'-8,"-6"1,935 6,-503 2,-304-1,-198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22:46:57.1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92 0,'488'11,"106"-6,-334-7,448 2,-737 0,0 1,0 1,1 2,-31 7,-48 20,-102 21,-499 81,461-109,72-9,84-6,-60 9,126-14,-104 21,98-20,-60 1,87-6,295-1,-165 1,-69 3,1 3,62 14,-56-9,84 6,284-16,-208-3,278 2,-495 0,1 1,-1-1,1 1,-1 1,1 0,-1 0,0 0,11 6,-8-3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22:47:00.7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332 29,'1763'0,"-1691"5,-49-2,39-1,-60-2,0 0,0 0,0-1,0 1,0 0,0-1,-1 0,1 1,0-1,0 0,0 0,-1 0,1 0,2-2,-4 3,0 0,1-1,-1 1,0 0,0 0,0-1,0 1,0 0,1 0,-1-1,0 1,0 0,0 0,0-1,0 1,0 0,0-1,0 1,0 0,0 0,0-1,0 1,0 0,0 0,0-1,-1 1,1 0,0 0,0-1,0 1,0 0,0 0,-1-1,1 1,-18-8,-8 4,0 0,0 2,0 1,-1 2,1 0,0 1,0 2,0 1,-49 15,-76 18,7-2,82-18,-103 34,72-18,-147 32,169-49,-242 72,259-76,-118 28,102-24,1 2,-73 33,11-5,119-43,-26 10,36-14,0 1,1 0,-1 0,0 0,0 1,0-1,1 0,-1 0,1 1,-1 0,1-1,0 1,-1-1,1 1,-1 2,2-3,0 0,0-1,0 1,0 0,0-1,0 1,0-1,0 1,0 0,1-1,-1 1,0-1,0 1,1 0,-1-1,0 1,1-1,-1 1,0-1,1 1,-1-1,1 1,-1-1,1 0,-1 1,1-1,-1 1,1-1,-1 0,1 0,0 1,-1-1,1 0,0 0,-1 0,1 0,0 0,28 6,-27-6,84 5,102-7,-64-1,-43 2,111 3,-99 11,13 1,326-12,-220-4,-142 3,262-10,10-11,-313 20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0:41:32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1183 6808 24575,'28'-1'0,"-1"-1"0,1-2 0,-1 0 0,52-17 0,102-49 0,-38 14 0,36 2 0,-5 2 0,-133 37 0,0-2 0,45-25 0,-9-7 0,76-62 0,-150 109 0,31-22 0,2 2 0,68-31 0,-57 31 0,57-37 0,-86 47 0,-2 0 0,0-2 0,0 1 0,-1-2 0,-1 0 0,18-24 0,3-9 0,-16 24 0,-1-1 0,26-51 0,-26 37 0,8-13 0,-3-1 0,19-67 0,-17 38 0,3 2 0,4 2 0,83-148 0,-106 209 0,-1 0 0,-1-1 0,0 0 0,-1-1 0,-1 0 0,-1 1 0,3-37 0,-3-7 0,-6-68 0,0 52 0,-3-33 0,-20-121 0,-36-106 0,29 168 0,8 42 0,-9-40 0,-10-187 0,38 170 0,4 81 0,-15-113 0,-53-131 0,33 207 0,-7 3 0,-5 1 0,-68-133 0,-1 76 0,69 120 0,10 19 0,-2 1 0,-3 2 0,-1 2 0,-62-53 0,71 75 0,-2 1 0,-50-29 0,-21-14 0,41 23 0,-2 2 0,-128-61 0,114 70 0,-168-46 0,114 34 0,104 34 0,0 2 0,0 1 0,-1 2 0,-44-7 0,-170 10 0,7 1 0,-111-11 0,350 16 0,59-1 0,47 3 0,-94-1 0,1 0 0,-1 1 0,0 0 0,0 1 0,0 0 0,0 1 0,16 8 0,93 69 0,-82-58 0,-1 2 0,37 32 0,61 65 0,-82-73 0,-44-41 0,-1 0 0,1 0 0,11 18 0,-18-24 0,1 0 0,-1 0 0,0 0 0,1 0 0,-1 1 0,0-1 0,-1 0 0,1 1 0,0-1 0,-1 1 0,1-1 0,-1 1 0,1-1 0,-1 1 0,0-1 0,0 1 0,-1-1 0,1 1 0,0-1 0,-1 1 0,1-1 0,-2 4 0,1-5 0,0 0 0,0 0 0,0 0 0,0 0 0,0-1 0,0 1 0,0 0 0,0 0 0,0-1 0,0 1 0,0-1 0,-1 1 0,1-1 0,0 1 0,0-1 0,-1 0 0,1 0 0,0 0 0,0 1 0,-1-1 0,1 0 0,0 0 0,0-1 0,-1 1 0,1 0 0,0 0 0,0-1 0,-1 1 0,1-1 0,-1 0 0,-6-1 0,0-2 0,1 1 0,-11-7 0,-20-14 0,1-2 0,1-1 0,-59-58 0,44 38 0,-3 2 0,-1 3 0,-2 2 0,-74-39 0,103 61 0,-32-26 0,38 27 0,0 1 0,-46-26 0,47 32 0,-2 0 0,0-1 0,-40-28 0,58 35 0,0 1 0,1-1 0,0 0 0,-1 0 0,1 0 0,1-1 0,-1 1 0,1-1 0,0 0 0,0 0 0,0 0 0,1 0 0,-1 0 0,1-1 0,0 1 0,1-1 0,0 0 0,-2-8 0,3 11 0,0-1 0,0 1 0,1 0 0,-1-1 0,1 1 0,0 0 0,-1 0 0,1 0 0,1 0 0,-1 0 0,0 0 0,1 0 0,-1 0 0,1 0 0,3-4 0,-1 3 0,0 1 0,0-1 0,0 0 0,1 1 0,-1 0 0,1 0 0,0 1 0,8-4 0,2 0 0,1 1 0,0 1 0,0 1 0,0 0 0,21 0 0,182-19 0,80-3 0,173 25 100,-209 1-1565,-224-1-5361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22:47:00.7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332 29,'1763'0,"-1691"5,-49-2,39-1,-60-2,0 0,0 0,0-1,0 1,0 0,0-1,-1 0,1 1,0-1,0 0,0 0,-1 0,1 0,2-2,-4 3,0 0,1-1,-1 1,0 0,0 0,0-1,0 1,0 0,1 0,-1-1,0 1,0 0,0 0,0-1,0 1,0 0,0-1,0 1,0 0,0 0,0-1,0 1,0 0,0 0,0-1,-1 1,1 0,0 0,0-1,0 1,0 0,0 0,-1-1,1 1,-18-8,-8 4,0 0,0 2,0 1,-1 2,1 0,0 1,0 2,0 1,-49 15,-76 18,7-2,82-18,-103 34,72-18,-147 32,169-49,-242 72,259-76,-118 28,102-24,1 2,-73 33,11-5,119-43,-26 10,36-14,0 1,1 0,-1 0,0 0,0 1,0-1,1 0,-1 0,1 1,-1 0,1-1,0 1,-1-1,1 1,-1 2,2-3,0 0,0-1,0 1,0 0,0-1,0 1,0-1,0 1,0 0,1-1,-1 1,0-1,0 1,1 0,-1-1,0 1,1-1,-1 1,0-1,1 1,-1-1,1 1,-1-1,1 0,-1 1,1-1,-1 1,1-1,-1 0,1 0,0 1,-1-1,1 0,0 0,-1 0,1 0,0 0,28 6,-27-6,84 5,102-7,-64-1,-43 2,111 3,-99 11,13 1,326-12,-220-4,-142 3,262-10,10-11,-313 20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463D5-C933-4F51-B826-71D388E216A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4F5AB-5C1F-4EBC-803C-18BD45E10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53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4F5AB-5C1F-4EBC-803C-18BD45E103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91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D01-F777-4568-AD5A-BAEBE302C02E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16155-EFA9-4245-A000-D8F9ABFA8ECE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6925BE8-7072-4F40-BFFC-E4D8112E8018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DF77-CF4D-44E3-8463-1D96D60CD6C6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CC48F-3EB5-4D07-B4C9-A268A934DF86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9CB34-48F7-4800-BDA4-517566F2FFA8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3C8F-8790-4AFA-A78C-E91850E4BBE5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12442-00CB-426E-A188-E542F3B35210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84FC-6ED0-4A8E-96C1-47BD785D34F2}" type="datetime1">
              <a:rPr lang="en-US" smtClean="0"/>
              <a:t>3/8/2026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BC01C-D792-4614-8B5E-D21F4B7626CE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4D38E-6A96-4D02-B01E-77674D7A433B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76C81D5-306D-42CA-B6FB-C3CF6EA1851C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ar-EG"/>
              <a:t>م. يوسف مجدي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4.xml"/><Relationship Id="rId3" Type="http://schemas.microsoft.com/office/2007/relationships/hdphoto" Target="../media/hdphoto1.wdp"/><Relationship Id="rId7" Type="http://schemas.openxmlformats.org/officeDocument/2006/relationships/customXml" Target="../ink/ink1.xml"/><Relationship Id="rId12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3.xml"/><Relationship Id="rId5" Type="http://schemas.microsoft.com/office/2007/relationships/hdphoto" Target="../media/hdphoto2.wdp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customXml" Target="../ink/ink2.xml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1E127-CBBC-A019-0361-ECF5EDB6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2A313B03-D361-4EC9-AF52-0B3C1C92C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5E79CB85-A08A-4579-86F6-A8AA9755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D6C61C9C-364D-4CB6-B9D1-1A6F50F6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9C9664EF-0D74-4781-B4B4-646A93B50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854C0CC2-F056-47AD-A361-F33F5EE97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CD560C9F-7A8F-4FBA-BD3A-EB75B62E4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0F0CA-1E53-695E-FEDC-B956CBE15854}"/>
              </a:ext>
            </a:extLst>
          </p:cNvPr>
          <p:cNvSpPr txBox="1"/>
          <p:nvPr/>
        </p:nvSpPr>
        <p:spPr>
          <a:xfrm>
            <a:off x="5213052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2C4CBC8-3C13-C30D-C51F-8C44270B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2078796D-CB44-345C-4A02-FE7FF3CE5854}"/>
              </a:ext>
            </a:extLst>
          </p:cNvPr>
          <p:cNvSpPr txBox="1"/>
          <p:nvPr/>
        </p:nvSpPr>
        <p:spPr>
          <a:xfrm>
            <a:off x="7743393" y="3969036"/>
            <a:ext cx="146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10,000 tokens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456CBE10-7CCF-B6D1-1110-56C2BFCA82FD}"/>
              </a:ext>
            </a:extLst>
          </p:cNvPr>
          <p:cNvSpPr txBox="1"/>
          <p:nvPr/>
        </p:nvSpPr>
        <p:spPr>
          <a:xfrm>
            <a:off x="9730244" y="2769519"/>
            <a:ext cx="1112805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1600" dirty="0"/>
              <a:t>الكتاب: 4189</a:t>
            </a:r>
          </a:p>
          <a:p>
            <a:r>
              <a:rPr lang="ar-EG" sz="1600" dirty="0"/>
              <a:t>الذي: 212</a:t>
            </a:r>
          </a:p>
          <a:p>
            <a:r>
              <a:rPr lang="ar-EG" sz="1600" dirty="0"/>
              <a:t>قرأته: 8213</a:t>
            </a:r>
          </a:p>
          <a:p>
            <a:r>
              <a:rPr lang="ar-EG" sz="1600" dirty="0"/>
              <a:t>كان: 513</a:t>
            </a:r>
          </a:p>
          <a:p>
            <a:r>
              <a:rPr lang="ar-EG" sz="1600" dirty="0"/>
              <a:t>جيدا: 1235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أنا: 1</a:t>
            </a:r>
          </a:p>
          <a:p>
            <a:r>
              <a:rPr lang="ar-EG" sz="1600" dirty="0"/>
              <a:t>جميل: 12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	.</a:t>
            </a:r>
            <a:endParaRPr lang="en-US" sz="1600" dirty="0"/>
          </a:p>
        </p:txBody>
      </p:sp>
      <p:sp>
        <p:nvSpPr>
          <p:cNvPr id="1055" name="Left Brace 1054">
            <a:extLst>
              <a:ext uri="{FF2B5EF4-FFF2-40B4-BE49-F238E27FC236}">
                <a16:creationId xmlns:a16="http://schemas.microsoft.com/office/drawing/2014/main" id="{AD478A54-23F1-0A45-58F7-5D400AE4BFC7}"/>
              </a:ext>
            </a:extLst>
          </p:cNvPr>
          <p:cNvSpPr/>
          <p:nvPr/>
        </p:nvSpPr>
        <p:spPr>
          <a:xfrm>
            <a:off x="9372045" y="2845020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B8851732-2F4A-3E09-2420-B8BA4129FFFA}"/>
              </a:ext>
            </a:extLst>
          </p:cNvPr>
          <p:cNvSpPr txBox="1"/>
          <p:nvPr/>
        </p:nvSpPr>
        <p:spPr>
          <a:xfrm>
            <a:off x="1159070" y="4166933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 x 32</a:t>
            </a:r>
          </a:p>
        </p:txBody>
      </p:sp>
      <p:sp>
        <p:nvSpPr>
          <p:cNvPr id="1059" name="Left Brace 1058">
            <a:extLst>
              <a:ext uri="{FF2B5EF4-FFF2-40B4-BE49-F238E27FC236}">
                <a16:creationId xmlns:a16="http://schemas.microsoft.com/office/drawing/2014/main" id="{0D858A63-016F-4246-3728-4FA0DBE138F3}"/>
              </a:ext>
            </a:extLst>
          </p:cNvPr>
          <p:cNvSpPr/>
          <p:nvPr/>
        </p:nvSpPr>
        <p:spPr>
          <a:xfrm>
            <a:off x="2050910" y="3014902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EDC782D7-66EF-711E-BBBF-027EB08D63BF}"/>
              </a:ext>
            </a:extLst>
          </p:cNvPr>
          <p:cNvSpPr txBox="1"/>
          <p:nvPr/>
        </p:nvSpPr>
        <p:spPr>
          <a:xfrm>
            <a:off x="2553098" y="2879793"/>
            <a:ext cx="219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[0.12, 0.34, -2.9, …]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A228ECB-5164-3F48-1A6A-B404F83E8BEE}"/>
              </a:ext>
            </a:extLst>
          </p:cNvPr>
          <p:cNvSpPr txBox="1"/>
          <p:nvPr/>
        </p:nvSpPr>
        <p:spPr>
          <a:xfrm>
            <a:off x="2553097" y="3299701"/>
            <a:ext cx="227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[-1.22, 2.64, 0.9, …]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90A81AEC-43FE-9C1B-1000-841CA6284F23}"/>
              </a:ext>
            </a:extLst>
          </p:cNvPr>
          <p:cNvSpPr txBox="1"/>
          <p:nvPr/>
        </p:nvSpPr>
        <p:spPr>
          <a:xfrm>
            <a:off x="2543472" y="3770091"/>
            <a:ext cx="2235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[1.33, 2.44, 1.87, …]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D08CB6D3-D7B3-4931-0BD3-8C78DA8AA9A2}"/>
              </a:ext>
            </a:extLst>
          </p:cNvPr>
          <p:cNvSpPr txBox="1"/>
          <p:nvPr/>
        </p:nvSpPr>
        <p:spPr>
          <a:xfrm>
            <a:off x="2530180" y="4322313"/>
            <a:ext cx="2317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[2.32, -1.74, 1.69, …]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B8CDD7C0-4F5A-25E9-CE89-26DE00FAFEC4}"/>
              </a:ext>
            </a:extLst>
          </p:cNvPr>
          <p:cNvSpPr txBox="1"/>
          <p:nvPr/>
        </p:nvSpPr>
        <p:spPr>
          <a:xfrm>
            <a:off x="2530179" y="4742221"/>
            <a:ext cx="2480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[-2.42, -1.54, -0.19, …]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CD54035A-1E2D-5A0E-4331-57E15227F327}"/>
              </a:ext>
            </a:extLst>
          </p:cNvPr>
          <p:cNvSpPr txBox="1"/>
          <p:nvPr/>
        </p:nvSpPr>
        <p:spPr>
          <a:xfrm>
            <a:off x="2520554" y="5212611"/>
            <a:ext cx="2399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[-1.32, 2.59, -1.19, …]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D83756A0-6B11-44B9-3DC4-CC85C208DC8B}"/>
              </a:ext>
            </a:extLst>
          </p:cNvPr>
          <p:cNvSpPr txBox="1"/>
          <p:nvPr/>
        </p:nvSpPr>
        <p:spPr>
          <a:xfrm>
            <a:off x="5028279" y="29286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الكتاب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CA4E225-0847-F839-87CD-B38F45CE36FB}"/>
              </a:ext>
            </a:extLst>
          </p:cNvPr>
          <p:cNvSpPr txBox="1"/>
          <p:nvPr/>
        </p:nvSpPr>
        <p:spPr>
          <a:xfrm>
            <a:off x="5058371" y="335330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الذي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671422A7-C26D-7040-C956-FEC1C0581DD3}"/>
              </a:ext>
            </a:extLst>
          </p:cNvPr>
          <p:cNvSpPr txBox="1"/>
          <p:nvPr/>
        </p:nvSpPr>
        <p:spPr>
          <a:xfrm>
            <a:off x="5098009" y="3742919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قرأته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6DE20824-F1EE-089B-0AA5-A8B4FF2160AB}"/>
              </a:ext>
            </a:extLst>
          </p:cNvPr>
          <p:cNvSpPr txBox="1"/>
          <p:nvPr/>
        </p:nvSpPr>
        <p:spPr>
          <a:xfrm>
            <a:off x="5028279" y="472831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كان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0453212B-D491-C141-4331-1A39C8FDB170}"/>
              </a:ext>
            </a:extLst>
          </p:cNvPr>
          <p:cNvSpPr txBox="1"/>
          <p:nvPr/>
        </p:nvSpPr>
        <p:spPr>
          <a:xfrm>
            <a:off x="5058371" y="42952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اليوم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6A70530-A446-78BF-E059-7688BC9D70BC}"/>
              </a:ext>
            </a:extLst>
          </p:cNvPr>
          <p:cNvSpPr txBox="1"/>
          <p:nvPr/>
        </p:nvSpPr>
        <p:spPr>
          <a:xfrm>
            <a:off x="5000226" y="5208374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جيدا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E009D60C-930A-AEAC-D3AF-3382FF73F8DE}"/>
              </a:ext>
            </a:extLst>
          </p:cNvPr>
          <p:cNvSpPr txBox="1"/>
          <p:nvPr/>
        </p:nvSpPr>
        <p:spPr>
          <a:xfrm>
            <a:off x="8932245" y="2425567"/>
            <a:ext cx="1524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Tokenization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47B0340-0257-6ECD-573F-FC8C23215EE9}"/>
              </a:ext>
            </a:extLst>
          </p:cNvPr>
          <p:cNvSpPr txBox="1"/>
          <p:nvPr/>
        </p:nvSpPr>
        <p:spPr>
          <a:xfrm>
            <a:off x="1829982" y="2522661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D43564-3158-C1EB-C539-FF466730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21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E5AB09-717D-3DA3-ACDC-129A24AA0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B5A16-4725-4664-F394-39244C882764}"/>
              </a:ext>
            </a:extLst>
          </p:cNvPr>
          <p:cNvSpPr txBox="1"/>
          <p:nvPr/>
        </p:nvSpPr>
        <p:spPr>
          <a:xfrm>
            <a:off x="4026245" y="292962"/>
            <a:ext cx="4017590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بسم الله الرحمن الرحيم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B8A013-8888-56B1-CB92-A701F412B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807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4F27E-4ACB-D466-4268-64DD9F6B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FDEA4795-86DE-C70F-9741-90D12B16F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7BD4D09C-23B6-07FA-5ADB-AB6F6C09D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6F50A3ED-6376-B8B4-877A-8E32E4417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CC574E43-9D8D-0BA9-A3FF-3EDD43CD2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6FD73F15-7311-0EB9-9FB2-D00508402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280A15EC-33E8-3A31-EFD8-86ED706AB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8B76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9E4FAB-B193-2F45-AC42-C75A478BB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436" y="749164"/>
            <a:ext cx="5964623" cy="535967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862D1A-149B-9B8A-6150-36EAA949E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26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3D11E-A53C-DF6E-80B4-EA78D4BE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FC3B3943-84A1-CBD9-0DB0-3668B0D4D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C23E7118-8124-70E2-9301-9DC94785B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EFB64D3C-7254-97D7-DE25-EEF885B1E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06D062A0-BD50-4EDD-FC5F-616FDE3BF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3D5F99F9-6AF2-9A98-F154-D665F89AC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275D3067-C2C7-9355-AAEB-8407F31E4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8B76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Intuitive and Visual Guide to Transformers and ChatGPT">
            <a:extLst>
              <a:ext uri="{FF2B5EF4-FFF2-40B4-BE49-F238E27FC236}">
                <a16:creationId xmlns:a16="http://schemas.microsoft.com/office/drawing/2014/main" id="{DDA9DEE9-7845-3147-0301-5EFE0D1AB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339" y="696287"/>
            <a:ext cx="3418242" cy="521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E51B7D-BB8C-BDFF-36B4-22E50FC08C8F}"/>
                  </a:ext>
                </a:extLst>
              </p14:cNvPr>
              <p14:cNvContentPartPr/>
              <p14:nvPr/>
            </p14:nvContentPartPr>
            <p14:xfrm>
              <a:off x="5989320" y="2809040"/>
              <a:ext cx="696240" cy="15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E51B7D-BB8C-BDFF-36B4-22E50FC08C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34209" y="2703495"/>
                <a:ext cx="806095" cy="226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70444C1-08D9-1EF2-947D-4B2A22B437B5}"/>
                  </a:ext>
                </a:extLst>
              </p14:cNvPr>
              <p14:cNvContentPartPr/>
              <p14:nvPr/>
            </p14:nvContentPartPr>
            <p14:xfrm>
              <a:off x="5979240" y="2991200"/>
              <a:ext cx="712080" cy="6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70444C1-08D9-1EF2-947D-4B2A22B437B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25240" y="2883200"/>
                <a:ext cx="81972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AAADCE9-8C19-D2DD-CAA3-41C41C603F41}"/>
                  </a:ext>
                </a:extLst>
              </p14:cNvPr>
              <p14:cNvContentPartPr/>
              <p14:nvPr/>
            </p14:nvContentPartPr>
            <p14:xfrm>
              <a:off x="4843800" y="3703280"/>
              <a:ext cx="771480" cy="155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AAADCE9-8C19-D2DD-CAA3-41C41C603F4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89800" y="3595529"/>
                <a:ext cx="879120" cy="370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B19D485-7C93-375C-9AAE-566AB0743D0D}"/>
                  </a:ext>
                </a:extLst>
              </p14:cNvPr>
              <p14:cNvContentPartPr/>
              <p14:nvPr/>
            </p14:nvContentPartPr>
            <p14:xfrm>
              <a:off x="5895000" y="3570800"/>
              <a:ext cx="839880" cy="240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B19D485-7C93-375C-9AAE-566AB0743D0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41000" y="3462800"/>
                <a:ext cx="947520" cy="4557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A8DA0E-8A11-3122-D472-EFBB65CD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2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FEF34-8759-A5B2-2C21-0DDF6D8B5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6E805601-3EC2-9E40-6D88-EF51F73EF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6497A3FB-3963-F8FE-DFC9-F170356D4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96A3018D-4131-4FF3-71CF-E82F549E1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77EC0E5C-1375-E217-D8C1-840DF79E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4CE70AD2-C629-02E4-FC0C-E90428243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68E584F6-ABF7-6226-E46E-15D0E85DC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E78C7-BCAE-2498-D9F9-BF33421FE467}"/>
              </a:ext>
            </a:extLst>
          </p:cNvPr>
          <p:cNvSpPr txBox="1"/>
          <p:nvPr/>
        </p:nvSpPr>
        <p:spPr>
          <a:xfrm>
            <a:off x="5213052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21ED12D-2581-A779-9F91-CC65F8195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7ECDA808-03C5-E7AB-0DD0-9B7551A9C1BC}"/>
              </a:ext>
            </a:extLst>
          </p:cNvPr>
          <p:cNvSpPr txBox="1"/>
          <p:nvPr/>
        </p:nvSpPr>
        <p:spPr>
          <a:xfrm>
            <a:off x="7743393" y="3969036"/>
            <a:ext cx="146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10,000 tokens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25BB39C9-6F87-B419-4F49-F21226705AAC}"/>
              </a:ext>
            </a:extLst>
          </p:cNvPr>
          <p:cNvSpPr txBox="1"/>
          <p:nvPr/>
        </p:nvSpPr>
        <p:spPr>
          <a:xfrm>
            <a:off x="9730244" y="2769519"/>
            <a:ext cx="1112805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1600" dirty="0"/>
              <a:t>الكتاب: 4189</a:t>
            </a:r>
          </a:p>
          <a:p>
            <a:r>
              <a:rPr lang="ar-EG" sz="1600" dirty="0"/>
              <a:t>الذي: 212</a:t>
            </a:r>
          </a:p>
          <a:p>
            <a:r>
              <a:rPr lang="ar-EG" sz="1600" dirty="0"/>
              <a:t>قرأته: 8213</a:t>
            </a:r>
          </a:p>
          <a:p>
            <a:r>
              <a:rPr lang="ar-EG" sz="1600" dirty="0"/>
              <a:t>كان: 513</a:t>
            </a:r>
          </a:p>
          <a:p>
            <a:r>
              <a:rPr lang="ar-EG" sz="1600" dirty="0"/>
              <a:t>جيدا: 1235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أنا: 1</a:t>
            </a:r>
          </a:p>
          <a:p>
            <a:r>
              <a:rPr lang="ar-EG" sz="1600" dirty="0"/>
              <a:t>جميل: 12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	.</a:t>
            </a:r>
            <a:endParaRPr lang="en-US" sz="1600" dirty="0"/>
          </a:p>
        </p:txBody>
      </p:sp>
      <p:sp>
        <p:nvSpPr>
          <p:cNvPr id="1055" name="Left Brace 1054">
            <a:extLst>
              <a:ext uri="{FF2B5EF4-FFF2-40B4-BE49-F238E27FC236}">
                <a16:creationId xmlns:a16="http://schemas.microsoft.com/office/drawing/2014/main" id="{1AC8415F-0CE2-F466-4DC4-81A86463066F}"/>
              </a:ext>
            </a:extLst>
          </p:cNvPr>
          <p:cNvSpPr/>
          <p:nvPr/>
        </p:nvSpPr>
        <p:spPr>
          <a:xfrm>
            <a:off x="9372045" y="2845020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E8863D23-A155-B709-E2C2-47BC9844E651}"/>
              </a:ext>
            </a:extLst>
          </p:cNvPr>
          <p:cNvSpPr txBox="1"/>
          <p:nvPr/>
        </p:nvSpPr>
        <p:spPr>
          <a:xfrm>
            <a:off x="441709" y="4010140"/>
            <a:ext cx="17855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n_tokens</a:t>
            </a:r>
            <a:r>
              <a:rPr lang="en-US" sz="1400" dirty="0"/>
              <a:t> x </a:t>
            </a:r>
            <a:r>
              <a:rPr lang="en-US" sz="1400" dirty="0" err="1"/>
              <a:t>n_embd</a:t>
            </a:r>
            <a:endParaRPr lang="en-US" sz="1400" dirty="0"/>
          </a:p>
        </p:txBody>
      </p:sp>
      <p:sp>
        <p:nvSpPr>
          <p:cNvPr id="1059" name="Left Brace 1058">
            <a:extLst>
              <a:ext uri="{FF2B5EF4-FFF2-40B4-BE49-F238E27FC236}">
                <a16:creationId xmlns:a16="http://schemas.microsoft.com/office/drawing/2014/main" id="{636ECC95-BF39-755E-44CD-B9D987728260}"/>
              </a:ext>
            </a:extLst>
          </p:cNvPr>
          <p:cNvSpPr/>
          <p:nvPr/>
        </p:nvSpPr>
        <p:spPr>
          <a:xfrm>
            <a:off x="2050910" y="3014902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463AFB6B-84AF-F7B7-E215-2B2C2C5D5173}"/>
              </a:ext>
            </a:extLst>
          </p:cNvPr>
          <p:cNvSpPr txBox="1"/>
          <p:nvPr/>
        </p:nvSpPr>
        <p:spPr>
          <a:xfrm>
            <a:off x="2553098" y="2879793"/>
            <a:ext cx="219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[0.12, 0.34, -2.9, …]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67DF505-A60E-9324-4382-8B9BCC41BC34}"/>
              </a:ext>
            </a:extLst>
          </p:cNvPr>
          <p:cNvSpPr txBox="1"/>
          <p:nvPr/>
        </p:nvSpPr>
        <p:spPr>
          <a:xfrm>
            <a:off x="2553097" y="3299701"/>
            <a:ext cx="227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[-1.22, 2.64, 0.9, …]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3FCD9DAE-9FF6-DB8D-194B-4CD4164588C8}"/>
              </a:ext>
            </a:extLst>
          </p:cNvPr>
          <p:cNvSpPr txBox="1"/>
          <p:nvPr/>
        </p:nvSpPr>
        <p:spPr>
          <a:xfrm>
            <a:off x="2543472" y="3770091"/>
            <a:ext cx="2235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[1.33, 2.44, 1.87, …]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C582FD3F-7601-45D4-C1D3-CB4FB599C071}"/>
              </a:ext>
            </a:extLst>
          </p:cNvPr>
          <p:cNvSpPr txBox="1"/>
          <p:nvPr/>
        </p:nvSpPr>
        <p:spPr>
          <a:xfrm>
            <a:off x="2530180" y="4322313"/>
            <a:ext cx="2317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[2.32, -1.74, 1.69, …]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75B665ED-0378-552C-7B53-44BA45DFCE32}"/>
              </a:ext>
            </a:extLst>
          </p:cNvPr>
          <p:cNvSpPr txBox="1"/>
          <p:nvPr/>
        </p:nvSpPr>
        <p:spPr>
          <a:xfrm>
            <a:off x="2530179" y="4742221"/>
            <a:ext cx="2480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[-2.42, -1.54, -0.19, …]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89D777F9-2D10-FFA1-BE37-47424DBB3B53}"/>
              </a:ext>
            </a:extLst>
          </p:cNvPr>
          <p:cNvSpPr txBox="1"/>
          <p:nvPr/>
        </p:nvSpPr>
        <p:spPr>
          <a:xfrm>
            <a:off x="2520554" y="5212611"/>
            <a:ext cx="2399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[-1.32, 2.59, -1.19, …]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25D7D3BC-7F0E-40D4-D6E4-3EE628D86F40}"/>
              </a:ext>
            </a:extLst>
          </p:cNvPr>
          <p:cNvSpPr txBox="1"/>
          <p:nvPr/>
        </p:nvSpPr>
        <p:spPr>
          <a:xfrm>
            <a:off x="5028279" y="29286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الكتاب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FDD4A28B-EDED-D294-6E11-16A70F0D80D9}"/>
              </a:ext>
            </a:extLst>
          </p:cNvPr>
          <p:cNvSpPr txBox="1"/>
          <p:nvPr/>
        </p:nvSpPr>
        <p:spPr>
          <a:xfrm>
            <a:off x="5058371" y="335330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الذي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0AA42D17-F53D-991D-8A01-753DB4E62247}"/>
              </a:ext>
            </a:extLst>
          </p:cNvPr>
          <p:cNvSpPr txBox="1"/>
          <p:nvPr/>
        </p:nvSpPr>
        <p:spPr>
          <a:xfrm>
            <a:off x="5098009" y="3742919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قرأته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6C1459C7-8FF8-30D2-D4D2-DCBFEE57FEB2}"/>
              </a:ext>
            </a:extLst>
          </p:cNvPr>
          <p:cNvSpPr txBox="1"/>
          <p:nvPr/>
        </p:nvSpPr>
        <p:spPr>
          <a:xfrm>
            <a:off x="5028279" y="472831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كان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B5E39BE-3179-A30B-07E7-EB799100F0F9}"/>
              </a:ext>
            </a:extLst>
          </p:cNvPr>
          <p:cNvSpPr txBox="1"/>
          <p:nvPr/>
        </p:nvSpPr>
        <p:spPr>
          <a:xfrm>
            <a:off x="5058371" y="42952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اليوم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A7A81AA8-0F1B-DF27-7899-F9E854CF0EB1}"/>
              </a:ext>
            </a:extLst>
          </p:cNvPr>
          <p:cNvSpPr txBox="1"/>
          <p:nvPr/>
        </p:nvSpPr>
        <p:spPr>
          <a:xfrm>
            <a:off x="5000226" y="5208374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جيدا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0FE2A8-B4EF-0072-F378-B22FED04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838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80935-FBA9-13C4-851D-A269BF83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2518-861C-462B-A87D-DE187FB2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76CF5-0140-A07F-DD8B-EB0D43B46504}"/>
              </a:ext>
            </a:extLst>
          </p:cNvPr>
          <p:cNvSpPr txBox="1"/>
          <p:nvPr/>
        </p:nvSpPr>
        <p:spPr>
          <a:xfrm>
            <a:off x="3830857" y="4158114"/>
            <a:ext cx="3060832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Embedding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0A151-1D64-D9BC-FB7D-DB6871072E04}"/>
              </a:ext>
            </a:extLst>
          </p:cNvPr>
          <p:cNvSpPr txBox="1"/>
          <p:nvPr/>
        </p:nvSpPr>
        <p:spPr>
          <a:xfrm>
            <a:off x="5213052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16C3B-F8F1-D8A8-2C12-1F1EDE506E75}"/>
              </a:ext>
            </a:extLst>
          </p:cNvPr>
          <p:cNvSpPr txBox="1"/>
          <p:nvPr/>
        </p:nvSpPr>
        <p:spPr>
          <a:xfrm>
            <a:off x="7169289" y="4091018"/>
            <a:ext cx="667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 x 32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E9DA32FF-C721-DD3A-65C7-2B60D86354EC}"/>
              </a:ext>
            </a:extLst>
          </p:cNvPr>
          <p:cNvSpPr/>
          <p:nvPr/>
        </p:nvSpPr>
        <p:spPr>
          <a:xfrm>
            <a:off x="8061129" y="2938987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F4A1E-700B-06CC-9EB3-D33E1CEE7CF6}"/>
              </a:ext>
            </a:extLst>
          </p:cNvPr>
          <p:cNvSpPr txBox="1"/>
          <p:nvPr/>
        </p:nvSpPr>
        <p:spPr>
          <a:xfrm>
            <a:off x="8563317" y="2803878"/>
            <a:ext cx="1754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[0.12, 0.34, -2.9, …]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C41C8E-3964-9EB7-E742-9420B3083A04}"/>
              </a:ext>
            </a:extLst>
          </p:cNvPr>
          <p:cNvSpPr txBox="1"/>
          <p:nvPr/>
        </p:nvSpPr>
        <p:spPr>
          <a:xfrm>
            <a:off x="8563316" y="3223786"/>
            <a:ext cx="1754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[-1.22, 2.64, 0.9, …]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74B83-ED95-3342-7135-E515BB495C07}"/>
              </a:ext>
            </a:extLst>
          </p:cNvPr>
          <p:cNvSpPr txBox="1"/>
          <p:nvPr/>
        </p:nvSpPr>
        <p:spPr>
          <a:xfrm>
            <a:off x="8553691" y="3694176"/>
            <a:ext cx="1787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[1.33, 2.44, 1.87, …]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FC136A-2042-727D-66A3-D9550A8946C8}"/>
              </a:ext>
            </a:extLst>
          </p:cNvPr>
          <p:cNvSpPr txBox="1"/>
          <p:nvPr/>
        </p:nvSpPr>
        <p:spPr>
          <a:xfrm>
            <a:off x="8540399" y="4246398"/>
            <a:ext cx="1851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[2.32, -1.74, 1.69, …]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C6C4E7-8AA2-5C93-4089-8BC65FBF40E6}"/>
              </a:ext>
            </a:extLst>
          </p:cNvPr>
          <p:cNvSpPr txBox="1"/>
          <p:nvPr/>
        </p:nvSpPr>
        <p:spPr>
          <a:xfrm>
            <a:off x="8540398" y="4666306"/>
            <a:ext cx="1980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[-2.42, -1.54, -0.19, …]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396E33-51A4-18BC-B3EF-AA2775F01A94}"/>
              </a:ext>
            </a:extLst>
          </p:cNvPr>
          <p:cNvSpPr txBox="1"/>
          <p:nvPr/>
        </p:nvSpPr>
        <p:spPr>
          <a:xfrm>
            <a:off x="8530773" y="5136696"/>
            <a:ext cx="1916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[-1.32, 2.59, -1.19, …]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9C6F19-AD2F-FCD8-3BC4-6DD7CA1E78FB}"/>
              </a:ext>
            </a:extLst>
          </p:cNvPr>
          <p:cNvSpPr txBox="1"/>
          <p:nvPr/>
        </p:nvSpPr>
        <p:spPr>
          <a:xfrm>
            <a:off x="10586112" y="2852690"/>
            <a:ext cx="542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الكتاب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BCE9D7-B55B-46B8-F2EF-49CD880D57A3}"/>
              </a:ext>
            </a:extLst>
          </p:cNvPr>
          <p:cNvSpPr txBox="1"/>
          <p:nvPr/>
        </p:nvSpPr>
        <p:spPr>
          <a:xfrm>
            <a:off x="10616204" y="3277385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الذي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D71147-E40B-A282-6638-C60A653FCF47}"/>
              </a:ext>
            </a:extLst>
          </p:cNvPr>
          <p:cNvSpPr txBox="1"/>
          <p:nvPr/>
        </p:nvSpPr>
        <p:spPr>
          <a:xfrm>
            <a:off x="10655842" y="3667004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قرأته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BE8EC4-0124-1F0E-757B-EFC7F8A808C1}"/>
              </a:ext>
            </a:extLst>
          </p:cNvPr>
          <p:cNvSpPr txBox="1"/>
          <p:nvPr/>
        </p:nvSpPr>
        <p:spPr>
          <a:xfrm>
            <a:off x="10586112" y="4652399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كان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DB7BC2-41C0-F528-B4E5-7CB98ED20DB8}"/>
              </a:ext>
            </a:extLst>
          </p:cNvPr>
          <p:cNvSpPr txBox="1"/>
          <p:nvPr/>
        </p:nvSpPr>
        <p:spPr>
          <a:xfrm>
            <a:off x="10616204" y="4219358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اليوم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06B0EB-0BE4-A3E7-B72F-DFA28DB91DC0}"/>
              </a:ext>
            </a:extLst>
          </p:cNvPr>
          <p:cNvSpPr txBox="1"/>
          <p:nvPr/>
        </p:nvSpPr>
        <p:spPr>
          <a:xfrm>
            <a:off x="10558059" y="5132459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جيدا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BE6142-360B-A333-CBC8-933D92960B16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5361273" y="4742889"/>
            <a:ext cx="6574" cy="705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218000E-E751-0F4D-FEFF-D30BAC1499DB}"/>
              </a:ext>
            </a:extLst>
          </p:cNvPr>
          <p:cNvSpPr txBox="1"/>
          <p:nvPr/>
        </p:nvSpPr>
        <p:spPr>
          <a:xfrm>
            <a:off x="3782253" y="2913918"/>
            <a:ext cx="3060832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Multi-Head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40532EE-05AB-5900-85AA-B6D5B75A6784}"/>
              </a:ext>
            </a:extLst>
          </p:cNvPr>
          <p:cNvCxnSpPr>
            <a:cxnSpLocks/>
          </p:cNvCxnSpPr>
          <p:nvPr/>
        </p:nvCxnSpPr>
        <p:spPr>
          <a:xfrm flipH="1" flipV="1">
            <a:off x="5315244" y="3462988"/>
            <a:ext cx="6574" cy="705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911BAA-6B89-137A-2ADB-9E4A1DCA37DD}"/>
              </a:ext>
            </a:extLst>
          </p:cNvPr>
          <p:cNvSpPr txBox="1"/>
          <p:nvPr/>
        </p:nvSpPr>
        <p:spPr>
          <a:xfrm>
            <a:off x="5279901" y="3824807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x </a:t>
            </a:r>
            <a:r>
              <a:rPr lang="en-US" dirty="0" err="1"/>
              <a:t>n_embd</a:t>
            </a:r>
            <a:endParaRPr lang="en-US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C5F2B91-3708-379A-9445-D0E271B86A22}"/>
              </a:ext>
            </a:extLst>
          </p:cNvPr>
          <p:cNvCxnSpPr>
            <a:cxnSpLocks/>
          </p:cNvCxnSpPr>
          <p:nvPr/>
        </p:nvCxnSpPr>
        <p:spPr>
          <a:xfrm flipV="1">
            <a:off x="5321818" y="3462988"/>
            <a:ext cx="622579" cy="204016"/>
          </a:xfrm>
          <a:prstGeom prst="bentConnector3">
            <a:avLst>
              <a:gd name="adj1" fmla="val 1010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8950CEF-F4F5-387F-F793-1D3294BD616F}"/>
              </a:ext>
            </a:extLst>
          </p:cNvPr>
          <p:cNvCxnSpPr>
            <a:cxnSpLocks/>
          </p:cNvCxnSpPr>
          <p:nvPr/>
        </p:nvCxnSpPr>
        <p:spPr>
          <a:xfrm rot="10800000">
            <a:off x="4783757" y="3452821"/>
            <a:ext cx="528915" cy="211232"/>
          </a:xfrm>
          <a:prstGeom prst="bentConnector3">
            <a:avLst>
              <a:gd name="adj1" fmla="val 1027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37C96C4-31E7-034F-DB18-B31D5CD3C43E}"/>
              </a:ext>
            </a:extLst>
          </p:cNvPr>
          <p:cNvSpPr txBox="1"/>
          <p:nvPr/>
        </p:nvSpPr>
        <p:spPr>
          <a:xfrm>
            <a:off x="4225996" y="5448182"/>
            <a:ext cx="2283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[4189, 212, …, 1235]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31EF8B18-486A-59BE-FA16-7DA6F9BF7424}"/>
              </a:ext>
            </a:extLst>
          </p:cNvPr>
          <p:cNvSpPr/>
          <p:nvPr/>
        </p:nvSpPr>
        <p:spPr>
          <a:xfrm rot="16200000">
            <a:off x="5219283" y="5000509"/>
            <a:ext cx="148795" cy="19161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1E059E-E531-42C8-E043-82B42ACADE95}"/>
              </a:ext>
            </a:extLst>
          </p:cNvPr>
          <p:cNvSpPr txBox="1"/>
          <p:nvPr/>
        </p:nvSpPr>
        <p:spPr>
          <a:xfrm>
            <a:off x="4759944" y="6099606"/>
            <a:ext cx="1067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 tokens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F937E-F60B-DE9B-26F5-FDFB6500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41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C8C80-0CD6-2818-A842-F12963BF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939E-A261-CDD6-0979-C2ADB660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441E4-125D-7590-F809-AC5FCD1EF1DB}"/>
              </a:ext>
            </a:extLst>
          </p:cNvPr>
          <p:cNvSpPr txBox="1"/>
          <p:nvPr/>
        </p:nvSpPr>
        <p:spPr>
          <a:xfrm>
            <a:off x="3349593" y="5094173"/>
            <a:ext cx="306083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Embedding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8F5CFFA-B338-12A5-317E-CB640515D7C7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673560" y="5355783"/>
            <a:ext cx="676033" cy="24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CE69AC1-C3C3-AB36-8D51-616FA940015F}"/>
              </a:ext>
            </a:extLst>
          </p:cNvPr>
          <p:cNvSpPr txBox="1"/>
          <p:nvPr/>
        </p:nvSpPr>
        <p:spPr>
          <a:xfrm>
            <a:off x="6494056" y="4615722"/>
            <a:ext cx="12939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n_embd</a:t>
            </a:r>
            <a:endParaRPr lang="en-US" sz="16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D8E05C4-97AD-6262-2998-3F5B0505FE0E}"/>
              </a:ext>
            </a:extLst>
          </p:cNvPr>
          <p:cNvCxnSpPr>
            <a:cxnSpLocks/>
          </p:cNvCxnSpPr>
          <p:nvPr/>
        </p:nvCxnSpPr>
        <p:spPr>
          <a:xfrm flipV="1">
            <a:off x="6469267" y="4690626"/>
            <a:ext cx="2934615" cy="666396"/>
          </a:xfrm>
          <a:prstGeom prst="bentConnector3">
            <a:avLst>
              <a:gd name="adj1" fmla="val 998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2255D3E-5F78-A5CE-6BD6-16F1C5C99C51}"/>
              </a:ext>
            </a:extLst>
          </p:cNvPr>
          <p:cNvSpPr txBox="1"/>
          <p:nvPr/>
        </p:nvSpPr>
        <p:spPr>
          <a:xfrm>
            <a:off x="557598" y="5075481"/>
            <a:ext cx="2042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[4189, 212, …, 1235]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9BE1A758-B612-B9A8-60C6-7648F1486D59}"/>
              </a:ext>
            </a:extLst>
          </p:cNvPr>
          <p:cNvSpPr/>
          <p:nvPr/>
        </p:nvSpPr>
        <p:spPr>
          <a:xfrm rot="16200000">
            <a:off x="1550885" y="4627808"/>
            <a:ext cx="148795" cy="19161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D0009B-894E-067C-2691-D9A3E10E117C}"/>
              </a:ext>
            </a:extLst>
          </p:cNvPr>
          <p:cNvSpPr txBox="1"/>
          <p:nvPr/>
        </p:nvSpPr>
        <p:spPr>
          <a:xfrm>
            <a:off x="1091546" y="5726905"/>
            <a:ext cx="96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n tokens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A55FB4E-F7A0-154B-864F-867CD25A4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513" y="1384087"/>
            <a:ext cx="2909969" cy="3306539"/>
          </a:xfrm>
          <a:prstGeom prst="rect">
            <a:avLst/>
          </a:prstGeom>
        </p:spPr>
      </p:pic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E0C99720-C7BB-72D3-A01F-B8BBB4735DEE}"/>
              </a:ext>
            </a:extLst>
          </p:cNvPr>
          <p:cNvCxnSpPr>
            <a:cxnSpLocks/>
          </p:cNvCxnSpPr>
          <p:nvPr/>
        </p:nvCxnSpPr>
        <p:spPr>
          <a:xfrm flipV="1">
            <a:off x="9423133" y="4615722"/>
            <a:ext cx="612015" cy="338554"/>
          </a:xfrm>
          <a:prstGeom prst="bentConnector3">
            <a:avLst>
              <a:gd name="adj1" fmla="val 971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2DB0E92C-1CC0-017F-0008-B75FCC26C2A8}"/>
              </a:ext>
            </a:extLst>
          </p:cNvPr>
          <p:cNvCxnSpPr/>
          <p:nvPr/>
        </p:nvCxnSpPr>
        <p:spPr>
          <a:xfrm rot="10800000">
            <a:off x="8816742" y="4615722"/>
            <a:ext cx="587141" cy="338554"/>
          </a:xfrm>
          <a:prstGeom prst="bentConnector3">
            <a:avLst>
              <a:gd name="adj1" fmla="val 1008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64917-8B85-CCF3-26D0-A7C9492CD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370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C9FF-8132-5A37-47AF-9D51035A6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ECA9-C99D-D6D0-3FFC-F63CB338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A0DCE-527E-2FEC-CDBB-95C663E71793}"/>
              </a:ext>
            </a:extLst>
          </p:cNvPr>
          <p:cNvSpPr txBox="1"/>
          <p:nvPr/>
        </p:nvSpPr>
        <p:spPr>
          <a:xfrm>
            <a:off x="3205214" y="2457714"/>
            <a:ext cx="306083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Embedding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CE61635-967B-DB67-5683-E782ADD49CC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529181" y="2719324"/>
            <a:ext cx="676033" cy="24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A09F5F0-0F47-FD1B-C622-F019BA181EB1}"/>
              </a:ext>
            </a:extLst>
          </p:cNvPr>
          <p:cNvSpPr txBox="1"/>
          <p:nvPr/>
        </p:nvSpPr>
        <p:spPr>
          <a:xfrm>
            <a:off x="9961386" y="3108397"/>
            <a:ext cx="12939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n_embd</a:t>
            </a:r>
            <a:endParaRPr lang="en-US" sz="16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6FA59D1-FB13-B2D6-D3B2-E154F366AA8B}"/>
              </a:ext>
            </a:extLst>
          </p:cNvPr>
          <p:cNvCxnSpPr>
            <a:cxnSpLocks/>
          </p:cNvCxnSpPr>
          <p:nvPr/>
        </p:nvCxnSpPr>
        <p:spPr>
          <a:xfrm>
            <a:off x="6324888" y="2720563"/>
            <a:ext cx="3675760" cy="868044"/>
          </a:xfrm>
          <a:prstGeom prst="bentConnector3">
            <a:avLst>
              <a:gd name="adj1" fmla="val 1000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6999972-169E-6E63-12EE-0A0B6E1A5A92}"/>
              </a:ext>
            </a:extLst>
          </p:cNvPr>
          <p:cNvSpPr txBox="1"/>
          <p:nvPr/>
        </p:nvSpPr>
        <p:spPr>
          <a:xfrm>
            <a:off x="413219" y="2439022"/>
            <a:ext cx="2042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[4189, 212, …, 1235]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3DF173B7-2C58-1847-4A05-C02E109C4A9B}"/>
              </a:ext>
            </a:extLst>
          </p:cNvPr>
          <p:cNvSpPr/>
          <p:nvPr/>
        </p:nvSpPr>
        <p:spPr>
          <a:xfrm rot="16200000">
            <a:off x="1406506" y="1991349"/>
            <a:ext cx="148795" cy="19161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7F5DB0-4F7F-D32A-6EE7-BAFFCEE1FF24}"/>
              </a:ext>
            </a:extLst>
          </p:cNvPr>
          <p:cNvSpPr txBox="1"/>
          <p:nvPr/>
        </p:nvSpPr>
        <p:spPr>
          <a:xfrm>
            <a:off x="947167" y="3090446"/>
            <a:ext cx="96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n tokens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962B8-86DA-7755-94F5-D05F0DF2DF6B}"/>
              </a:ext>
            </a:extLst>
          </p:cNvPr>
          <p:cNvSpPr txBox="1"/>
          <p:nvPr/>
        </p:nvSpPr>
        <p:spPr>
          <a:xfrm>
            <a:off x="8487881" y="3643849"/>
            <a:ext cx="3060832" cy="52322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Linear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n_embd</a:t>
            </a:r>
            <a:r>
              <a:rPr lang="en-US" sz="1400" dirty="0">
                <a:solidFill>
                  <a:schemeClr val="bg1"/>
                </a:solidFill>
              </a:rPr>
              <a:t> x </a:t>
            </a:r>
            <a:r>
              <a:rPr lang="en-US" sz="1400" dirty="0" err="1">
                <a:solidFill>
                  <a:schemeClr val="bg1"/>
                </a:solidFill>
              </a:rPr>
              <a:t>head_size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80EC88-453B-8FFD-A4CA-F1583C3B8AA1}"/>
              </a:ext>
            </a:extLst>
          </p:cNvPr>
          <p:cNvCxnSpPr>
            <a:cxnSpLocks/>
          </p:cNvCxnSpPr>
          <p:nvPr/>
        </p:nvCxnSpPr>
        <p:spPr>
          <a:xfrm>
            <a:off x="11385085" y="4159298"/>
            <a:ext cx="0" cy="6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A5264C-148F-9E84-4E4E-63699643EE75}"/>
              </a:ext>
            </a:extLst>
          </p:cNvPr>
          <p:cNvSpPr txBox="1"/>
          <p:nvPr/>
        </p:nvSpPr>
        <p:spPr>
          <a:xfrm>
            <a:off x="10658956" y="4210563"/>
            <a:ext cx="1452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head_size</a:t>
            </a:r>
            <a:endParaRPr lang="en-US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160FB7-0E38-6A46-FCD2-F2999C56FD3B}"/>
              </a:ext>
            </a:extLst>
          </p:cNvPr>
          <p:cNvCxnSpPr>
            <a:cxnSpLocks/>
          </p:cNvCxnSpPr>
          <p:nvPr/>
        </p:nvCxnSpPr>
        <p:spPr>
          <a:xfrm>
            <a:off x="9564305" y="2719324"/>
            <a:ext cx="0" cy="924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58C77B-6D5C-E367-5A86-E5523B7F6682}"/>
              </a:ext>
            </a:extLst>
          </p:cNvPr>
          <p:cNvCxnSpPr>
            <a:cxnSpLocks/>
          </p:cNvCxnSpPr>
          <p:nvPr/>
        </p:nvCxnSpPr>
        <p:spPr>
          <a:xfrm>
            <a:off x="9119939" y="2719324"/>
            <a:ext cx="0" cy="924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ADA6604-59AE-5B2C-B460-E0AD968D52F6}"/>
              </a:ext>
            </a:extLst>
          </p:cNvPr>
          <p:cNvSpPr txBox="1"/>
          <p:nvPr/>
        </p:nvSpPr>
        <p:spPr>
          <a:xfrm>
            <a:off x="9988312" y="271447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39DC07-6706-F5E9-7AFD-A77D1A880BB5}"/>
              </a:ext>
            </a:extLst>
          </p:cNvPr>
          <p:cNvSpPr txBox="1"/>
          <p:nvPr/>
        </p:nvSpPr>
        <p:spPr>
          <a:xfrm>
            <a:off x="9553571" y="274232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2F2C41-2E81-AB1A-B201-947232535100}"/>
              </a:ext>
            </a:extLst>
          </p:cNvPr>
          <p:cNvSpPr txBox="1"/>
          <p:nvPr/>
        </p:nvSpPr>
        <p:spPr>
          <a:xfrm>
            <a:off x="9085640" y="270259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v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20237F-BD0B-66FA-AEAA-D457169955CD}"/>
              </a:ext>
            </a:extLst>
          </p:cNvPr>
          <p:cNvCxnSpPr>
            <a:cxnSpLocks/>
          </p:cNvCxnSpPr>
          <p:nvPr/>
        </p:nvCxnSpPr>
        <p:spPr>
          <a:xfrm>
            <a:off x="8948288" y="4167069"/>
            <a:ext cx="0" cy="6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CDE60AB-F0CF-F8A0-639A-7A2AD0945AE7}"/>
              </a:ext>
            </a:extLst>
          </p:cNvPr>
          <p:cNvSpPr txBox="1"/>
          <p:nvPr/>
        </p:nvSpPr>
        <p:spPr>
          <a:xfrm>
            <a:off x="7496031" y="4163946"/>
            <a:ext cx="1452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head_size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626936E-CE2B-5899-554E-E2EAEA521F33}"/>
              </a:ext>
            </a:extLst>
          </p:cNvPr>
          <p:cNvCxnSpPr>
            <a:cxnSpLocks/>
          </p:cNvCxnSpPr>
          <p:nvPr/>
        </p:nvCxnSpPr>
        <p:spPr>
          <a:xfrm>
            <a:off x="9880905" y="4157175"/>
            <a:ext cx="0" cy="6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B18AF04-9E41-C897-BF9D-F4FFF7D9970B}"/>
              </a:ext>
            </a:extLst>
          </p:cNvPr>
          <p:cNvSpPr txBox="1"/>
          <p:nvPr/>
        </p:nvSpPr>
        <p:spPr>
          <a:xfrm>
            <a:off x="9192796" y="4193168"/>
            <a:ext cx="1452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head_size</a:t>
            </a:r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2352AB-701E-B4A9-EF9C-55B7A495B6F9}"/>
              </a:ext>
            </a:extLst>
          </p:cNvPr>
          <p:cNvSpPr txBox="1"/>
          <p:nvPr/>
        </p:nvSpPr>
        <p:spPr>
          <a:xfrm>
            <a:off x="11218743" y="478601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C996EA-832A-03F8-E1EB-57B7A0422BFC}"/>
              </a:ext>
            </a:extLst>
          </p:cNvPr>
          <p:cNvSpPr txBox="1"/>
          <p:nvPr/>
        </p:nvSpPr>
        <p:spPr>
          <a:xfrm>
            <a:off x="9717238" y="478601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EF66C1-99AD-DA81-CFC3-54476158F147}"/>
              </a:ext>
            </a:extLst>
          </p:cNvPr>
          <p:cNvSpPr txBox="1"/>
          <p:nvPr/>
        </p:nvSpPr>
        <p:spPr>
          <a:xfrm>
            <a:off x="8815664" y="478601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v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9347F-4823-D963-E587-967E91AFF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1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0901-91AC-E2DE-29A8-5A934CB2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41048-1EED-4C46-8483-841C71CF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F14A9-516F-5BF5-9A14-BC02F11EFA9E}"/>
              </a:ext>
            </a:extLst>
          </p:cNvPr>
          <p:cNvSpPr txBox="1"/>
          <p:nvPr/>
        </p:nvSpPr>
        <p:spPr>
          <a:xfrm>
            <a:off x="3205214" y="2457714"/>
            <a:ext cx="306083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Embedding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01C633-C8B3-766C-53B0-DC7B939D41FC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529181" y="2719324"/>
            <a:ext cx="676033" cy="24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245C744-19FF-176E-D493-FC89807696BE}"/>
              </a:ext>
            </a:extLst>
          </p:cNvPr>
          <p:cNvSpPr txBox="1"/>
          <p:nvPr/>
        </p:nvSpPr>
        <p:spPr>
          <a:xfrm>
            <a:off x="9961386" y="3108397"/>
            <a:ext cx="12939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n_embd</a:t>
            </a:r>
            <a:endParaRPr lang="en-US" sz="16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7FEECF3-FF81-ECAF-2C33-96640B56B402}"/>
              </a:ext>
            </a:extLst>
          </p:cNvPr>
          <p:cNvCxnSpPr>
            <a:cxnSpLocks/>
          </p:cNvCxnSpPr>
          <p:nvPr/>
        </p:nvCxnSpPr>
        <p:spPr>
          <a:xfrm>
            <a:off x="6324888" y="2720563"/>
            <a:ext cx="3675760" cy="868044"/>
          </a:xfrm>
          <a:prstGeom prst="bentConnector3">
            <a:avLst>
              <a:gd name="adj1" fmla="val 1000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7ADBD99-B030-8AFC-B307-765251D1B962}"/>
              </a:ext>
            </a:extLst>
          </p:cNvPr>
          <p:cNvSpPr txBox="1"/>
          <p:nvPr/>
        </p:nvSpPr>
        <p:spPr>
          <a:xfrm>
            <a:off x="413219" y="2439022"/>
            <a:ext cx="2042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[4189, 212, …, 1235]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85E76C89-7483-F9E9-05ED-61C0D646A35F}"/>
              </a:ext>
            </a:extLst>
          </p:cNvPr>
          <p:cNvSpPr/>
          <p:nvPr/>
        </p:nvSpPr>
        <p:spPr>
          <a:xfrm rot="16200000">
            <a:off x="1406506" y="1991349"/>
            <a:ext cx="148795" cy="19161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8021FB-5733-6D4C-07DC-496DB9F4A5FB}"/>
              </a:ext>
            </a:extLst>
          </p:cNvPr>
          <p:cNvSpPr txBox="1"/>
          <p:nvPr/>
        </p:nvSpPr>
        <p:spPr>
          <a:xfrm>
            <a:off x="947167" y="3090446"/>
            <a:ext cx="96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n tokens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4FD64-6850-DDEB-1270-F0406CDAA324}"/>
              </a:ext>
            </a:extLst>
          </p:cNvPr>
          <p:cNvSpPr txBox="1"/>
          <p:nvPr/>
        </p:nvSpPr>
        <p:spPr>
          <a:xfrm>
            <a:off x="8487881" y="3643849"/>
            <a:ext cx="3060832" cy="52322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Linear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n_embd</a:t>
            </a:r>
            <a:r>
              <a:rPr lang="en-US" sz="1400" dirty="0">
                <a:solidFill>
                  <a:schemeClr val="bg1"/>
                </a:solidFill>
              </a:rPr>
              <a:t> x </a:t>
            </a:r>
            <a:r>
              <a:rPr lang="en-US" sz="1400" dirty="0" err="1">
                <a:solidFill>
                  <a:schemeClr val="bg1"/>
                </a:solidFill>
              </a:rPr>
              <a:t>head_size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05F08B-0D19-3673-7D13-B3186E6BA5A5}"/>
              </a:ext>
            </a:extLst>
          </p:cNvPr>
          <p:cNvCxnSpPr>
            <a:cxnSpLocks/>
          </p:cNvCxnSpPr>
          <p:nvPr/>
        </p:nvCxnSpPr>
        <p:spPr>
          <a:xfrm>
            <a:off x="11385085" y="4159298"/>
            <a:ext cx="0" cy="6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65CFF3-2974-0827-60C5-E68AF2C2E651}"/>
              </a:ext>
            </a:extLst>
          </p:cNvPr>
          <p:cNvSpPr txBox="1"/>
          <p:nvPr/>
        </p:nvSpPr>
        <p:spPr>
          <a:xfrm>
            <a:off x="10658956" y="4210563"/>
            <a:ext cx="1452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head_size</a:t>
            </a:r>
            <a:endParaRPr lang="en-US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C7B3AD-EF79-6D7D-842F-54D8772BD4F0}"/>
              </a:ext>
            </a:extLst>
          </p:cNvPr>
          <p:cNvCxnSpPr>
            <a:cxnSpLocks/>
          </p:cNvCxnSpPr>
          <p:nvPr/>
        </p:nvCxnSpPr>
        <p:spPr>
          <a:xfrm>
            <a:off x="9564305" y="2719324"/>
            <a:ext cx="0" cy="924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8F46E7-A479-5979-01F7-C493D6FCA21B}"/>
              </a:ext>
            </a:extLst>
          </p:cNvPr>
          <p:cNvCxnSpPr>
            <a:cxnSpLocks/>
          </p:cNvCxnSpPr>
          <p:nvPr/>
        </p:nvCxnSpPr>
        <p:spPr>
          <a:xfrm>
            <a:off x="9119939" y="2719324"/>
            <a:ext cx="0" cy="924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6C3EF0A-88A9-F3D3-DD01-CAE64AF2BA78}"/>
              </a:ext>
            </a:extLst>
          </p:cNvPr>
          <p:cNvSpPr txBox="1"/>
          <p:nvPr/>
        </p:nvSpPr>
        <p:spPr>
          <a:xfrm>
            <a:off x="9988312" y="271447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9F2225-E694-A41D-057B-E3583D5F09F3}"/>
              </a:ext>
            </a:extLst>
          </p:cNvPr>
          <p:cNvSpPr txBox="1"/>
          <p:nvPr/>
        </p:nvSpPr>
        <p:spPr>
          <a:xfrm>
            <a:off x="9553571" y="274232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937B1E-113E-756B-C042-12B96E9C6C1B}"/>
              </a:ext>
            </a:extLst>
          </p:cNvPr>
          <p:cNvSpPr txBox="1"/>
          <p:nvPr/>
        </p:nvSpPr>
        <p:spPr>
          <a:xfrm>
            <a:off x="9085640" y="270259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v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B1703B-110F-8294-8CE1-CFD278A9B3AF}"/>
              </a:ext>
            </a:extLst>
          </p:cNvPr>
          <p:cNvCxnSpPr>
            <a:cxnSpLocks/>
          </p:cNvCxnSpPr>
          <p:nvPr/>
        </p:nvCxnSpPr>
        <p:spPr>
          <a:xfrm>
            <a:off x="8948288" y="4167069"/>
            <a:ext cx="0" cy="6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4901986-1ED9-09B7-D4EB-9235925A8EA5}"/>
              </a:ext>
            </a:extLst>
          </p:cNvPr>
          <p:cNvSpPr txBox="1"/>
          <p:nvPr/>
        </p:nvSpPr>
        <p:spPr>
          <a:xfrm>
            <a:off x="7496031" y="4163946"/>
            <a:ext cx="1452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head_size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3175A3-A37A-D6D5-5585-349E74627FF9}"/>
              </a:ext>
            </a:extLst>
          </p:cNvPr>
          <p:cNvCxnSpPr>
            <a:cxnSpLocks/>
          </p:cNvCxnSpPr>
          <p:nvPr/>
        </p:nvCxnSpPr>
        <p:spPr>
          <a:xfrm>
            <a:off x="9880905" y="4157175"/>
            <a:ext cx="0" cy="6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B1B837C-8939-CEEE-A3E2-A66DCD79BE0F}"/>
              </a:ext>
            </a:extLst>
          </p:cNvPr>
          <p:cNvSpPr txBox="1"/>
          <p:nvPr/>
        </p:nvSpPr>
        <p:spPr>
          <a:xfrm>
            <a:off x="9192796" y="4193168"/>
            <a:ext cx="1452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head_size</a:t>
            </a:r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55FE46-619C-84ED-59EC-EF7F3F45F09C}"/>
              </a:ext>
            </a:extLst>
          </p:cNvPr>
          <p:cNvSpPr txBox="1"/>
          <p:nvPr/>
        </p:nvSpPr>
        <p:spPr>
          <a:xfrm>
            <a:off x="11218743" y="478601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E14115-C73F-50AE-A214-43D19FE1B1E0}"/>
              </a:ext>
            </a:extLst>
          </p:cNvPr>
          <p:cNvSpPr txBox="1"/>
          <p:nvPr/>
        </p:nvSpPr>
        <p:spPr>
          <a:xfrm>
            <a:off x="9717238" y="478601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4554AA-1C6A-1EA1-0DE7-67AF9F0723E3}"/>
              </a:ext>
            </a:extLst>
          </p:cNvPr>
          <p:cNvSpPr txBox="1"/>
          <p:nvPr/>
        </p:nvSpPr>
        <p:spPr>
          <a:xfrm>
            <a:off x="8815664" y="478601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8EC144F-4B36-3CD0-97C7-191ECBF42B04}"/>
                  </a:ext>
                </a:extLst>
              </p14:cNvPr>
              <p14:cNvContentPartPr/>
              <p14:nvPr/>
            </p14:nvContentPartPr>
            <p14:xfrm>
              <a:off x="10395996" y="1375235"/>
              <a:ext cx="1218240" cy="2450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8EC144F-4B36-3CD0-97C7-191ECBF42B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89876" y="1369115"/>
                <a:ext cx="1230480" cy="246312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B5B36E0-DB10-3ECB-7262-BD158111B48E}"/>
              </a:ext>
            </a:extLst>
          </p:cNvPr>
          <p:cNvSpPr txBox="1"/>
          <p:nvPr/>
        </p:nvSpPr>
        <p:spPr>
          <a:xfrm>
            <a:off x="6142496" y="1023978"/>
            <a:ext cx="577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x </a:t>
            </a:r>
            <a:r>
              <a:rPr lang="en-US" strike="sngStrike" dirty="0" err="1"/>
              <a:t>n_embd</a:t>
            </a:r>
            <a:r>
              <a:rPr lang="en-US" strike="sngStrike" dirty="0"/>
              <a:t> </a:t>
            </a:r>
            <a:r>
              <a:rPr lang="en-US" dirty="0"/>
              <a:t>@ </a:t>
            </a:r>
            <a:r>
              <a:rPr lang="en-US" strike="sngStrike" dirty="0" err="1"/>
              <a:t>n_embd</a:t>
            </a:r>
            <a:r>
              <a:rPr lang="en-US" strike="sngStrike" dirty="0"/>
              <a:t> </a:t>
            </a:r>
            <a:r>
              <a:rPr lang="en-US" dirty="0"/>
              <a:t>x </a:t>
            </a:r>
            <a:r>
              <a:rPr lang="en-US" dirty="0" err="1"/>
              <a:t>head_size</a:t>
            </a:r>
            <a:r>
              <a:rPr lang="en-US" dirty="0"/>
              <a:t> = n x </a:t>
            </a:r>
            <a:r>
              <a:rPr lang="en-US" dirty="0" err="1"/>
              <a:t>head_size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60AE9-84F2-B043-6D77-047C55E37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565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A28DF-BFC9-679E-538D-4EAF6CF3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ACEA-DBF8-FA4D-5EB8-497BF50B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B679C-B343-D13B-F1D8-AA49398BAD78}"/>
              </a:ext>
            </a:extLst>
          </p:cNvPr>
          <p:cNvSpPr txBox="1"/>
          <p:nvPr/>
        </p:nvSpPr>
        <p:spPr>
          <a:xfrm>
            <a:off x="3205214" y="2457714"/>
            <a:ext cx="306083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Embedding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A59BC2F-54B4-45F3-7CC0-D02D57072993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529181" y="2719324"/>
            <a:ext cx="676033" cy="24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AD7C801-BBFC-8BAB-F210-A9A73BAAAC08}"/>
              </a:ext>
            </a:extLst>
          </p:cNvPr>
          <p:cNvSpPr txBox="1"/>
          <p:nvPr/>
        </p:nvSpPr>
        <p:spPr>
          <a:xfrm>
            <a:off x="9961386" y="3108397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 x 32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74950B0-4003-7B3F-FF0A-4099538C1160}"/>
              </a:ext>
            </a:extLst>
          </p:cNvPr>
          <p:cNvCxnSpPr>
            <a:cxnSpLocks/>
          </p:cNvCxnSpPr>
          <p:nvPr/>
        </p:nvCxnSpPr>
        <p:spPr>
          <a:xfrm>
            <a:off x="6324888" y="2720563"/>
            <a:ext cx="3675760" cy="868044"/>
          </a:xfrm>
          <a:prstGeom prst="bentConnector3">
            <a:avLst>
              <a:gd name="adj1" fmla="val 1000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72596AD-FB97-1391-E7ED-F8F0DE7069AF}"/>
              </a:ext>
            </a:extLst>
          </p:cNvPr>
          <p:cNvSpPr txBox="1"/>
          <p:nvPr/>
        </p:nvSpPr>
        <p:spPr>
          <a:xfrm>
            <a:off x="413219" y="2439022"/>
            <a:ext cx="2042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[4189, 212, …, 1235]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41EEF3C4-11B5-748E-FA97-1761DEBBAAA7}"/>
              </a:ext>
            </a:extLst>
          </p:cNvPr>
          <p:cNvSpPr/>
          <p:nvPr/>
        </p:nvSpPr>
        <p:spPr>
          <a:xfrm rot="16200000">
            <a:off x="1406506" y="1991349"/>
            <a:ext cx="148795" cy="19161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9D4677-CD94-1307-295B-D5C7049F49B5}"/>
              </a:ext>
            </a:extLst>
          </p:cNvPr>
          <p:cNvSpPr txBox="1"/>
          <p:nvPr/>
        </p:nvSpPr>
        <p:spPr>
          <a:xfrm>
            <a:off x="947167" y="3090446"/>
            <a:ext cx="96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6 tokens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3EF549-E251-EEFD-CC84-8B39477825AA}"/>
              </a:ext>
            </a:extLst>
          </p:cNvPr>
          <p:cNvSpPr txBox="1"/>
          <p:nvPr/>
        </p:nvSpPr>
        <p:spPr>
          <a:xfrm>
            <a:off x="8487881" y="3643849"/>
            <a:ext cx="3060832" cy="52322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Linear</a:t>
            </a:r>
            <a:r>
              <a:rPr lang="en-US" sz="1400" dirty="0">
                <a:solidFill>
                  <a:schemeClr val="bg1"/>
                </a:solidFill>
              </a:rPr>
              <a:t>(32 x 16)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CDFACA-F031-6372-1188-0FC4515A37E1}"/>
              </a:ext>
            </a:extLst>
          </p:cNvPr>
          <p:cNvCxnSpPr>
            <a:cxnSpLocks/>
          </p:cNvCxnSpPr>
          <p:nvPr/>
        </p:nvCxnSpPr>
        <p:spPr>
          <a:xfrm>
            <a:off x="11385085" y="4159298"/>
            <a:ext cx="0" cy="6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B84AF0C-D0D1-0872-A19E-11839DA8B3ED}"/>
              </a:ext>
            </a:extLst>
          </p:cNvPr>
          <p:cNvSpPr txBox="1"/>
          <p:nvPr/>
        </p:nvSpPr>
        <p:spPr>
          <a:xfrm>
            <a:off x="10658956" y="4210563"/>
            <a:ext cx="1452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head_size</a:t>
            </a:r>
            <a:endParaRPr lang="en-US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BE3983-B01C-83CA-85AA-DA2DF80B07A5}"/>
              </a:ext>
            </a:extLst>
          </p:cNvPr>
          <p:cNvCxnSpPr>
            <a:cxnSpLocks/>
          </p:cNvCxnSpPr>
          <p:nvPr/>
        </p:nvCxnSpPr>
        <p:spPr>
          <a:xfrm>
            <a:off x="9564305" y="2719324"/>
            <a:ext cx="0" cy="924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CC2590-26B7-C7B8-65EF-763ADDF03916}"/>
              </a:ext>
            </a:extLst>
          </p:cNvPr>
          <p:cNvCxnSpPr>
            <a:cxnSpLocks/>
          </p:cNvCxnSpPr>
          <p:nvPr/>
        </p:nvCxnSpPr>
        <p:spPr>
          <a:xfrm>
            <a:off x="9119939" y="2719324"/>
            <a:ext cx="0" cy="924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5FAA600-E86C-3C85-D47D-20C63CBC7769}"/>
              </a:ext>
            </a:extLst>
          </p:cNvPr>
          <p:cNvSpPr txBox="1"/>
          <p:nvPr/>
        </p:nvSpPr>
        <p:spPr>
          <a:xfrm>
            <a:off x="9988312" y="271447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8BFB75-8BBD-0197-7444-028196162CD2}"/>
              </a:ext>
            </a:extLst>
          </p:cNvPr>
          <p:cNvSpPr txBox="1"/>
          <p:nvPr/>
        </p:nvSpPr>
        <p:spPr>
          <a:xfrm>
            <a:off x="9553571" y="274232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BE84A0-FF0A-E6D8-E182-273BFB64394F}"/>
              </a:ext>
            </a:extLst>
          </p:cNvPr>
          <p:cNvSpPr txBox="1"/>
          <p:nvPr/>
        </p:nvSpPr>
        <p:spPr>
          <a:xfrm>
            <a:off x="9085640" y="270259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v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0AD590F-8875-50FA-8462-E46A7DF81618}"/>
              </a:ext>
            </a:extLst>
          </p:cNvPr>
          <p:cNvCxnSpPr>
            <a:cxnSpLocks/>
          </p:cNvCxnSpPr>
          <p:nvPr/>
        </p:nvCxnSpPr>
        <p:spPr>
          <a:xfrm>
            <a:off x="8948288" y="4167069"/>
            <a:ext cx="0" cy="6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2429B55-1D9A-41A0-9BCD-5A9E198C51F0}"/>
              </a:ext>
            </a:extLst>
          </p:cNvPr>
          <p:cNvSpPr txBox="1"/>
          <p:nvPr/>
        </p:nvSpPr>
        <p:spPr>
          <a:xfrm>
            <a:off x="7496031" y="416394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 x 16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A88179A-F836-93AC-6F10-445839AEA151}"/>
              </a:ext>
            </a:extLst>
          </p:cNvPr>
          <p:cNvCxnSpPr>
            <a:cxnSpLocks/>
          </p:cNvCxnSpPr>
          <p:nvPr/>
        </p:nvCxnSpPr>
        <p:spPr>
          <a:xfrm>
            <a:off x="9880905" y="4157175"/>
            <a:ext cx="0" cy="6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EAADE31-326E-F00E-6633-BB73927FA9F4}"/>
              </a:ext>
            </a:extLst>
          </p:cNvPr>
          <p:cNvSpPr txBox="1"/>
          <p:nvPr/>
        </p:nvSpPr>
        <p:spPr>
          <a:xfrm>
            <a:off x="9192796" y="4193168"/>
            <a:ext cx="1452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 x </a:t>
            </a:r>
            <a:r>
              <a:rPr lang="en-US" sz="1600" dirty="0" err="1"/>
              <a:t>head_size</a:t>
            </a:r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C728FB-AB37-851C-0047-37FB8D7B6D9D}"/>
              </a:ext>
            </a:extLst>
          </p:cNvPr>
          <p:cNvSpPr txBox="1"/>
          <p:nvPr/>
        </p:nvSpPr>
        <p:spPr>
          <a:xfrm>
            <a:off x="11218743" y="478601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C89058-6603-D38B-C39C-CCEB0875731B}"/>
              </a:ext>
            </a:extLst>
          </p:cNvPr>
          <p:cNvSpPr txBox="1"/>
          <p:nvPr/>
        </p:nvSpPr>
        <p:spPr>
          <a:xfrm>
            <a:off x="9717238" y="478601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B6F141-2A3E-EEE2-01E2-18C0CD2A6650}"/>
              </a:ext>
            </a:extLst>
          </p:cNvPr>
          <p:cNvSpPr txBox="1"/>
          <p:nvPr/>
        </p:nvSpPr>
        <p:spPr>
          <a:xfrm>
            <a:off x="8815664" y="478601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DFFCA-33AD-5DBF-68F7-AF76A9B04DA2}"/>
              </a:ext>
            </a:extLst>
          </p:cNvPr>
          <p:cNvSpPr txBox="1"/>
          <p:nvPr/>
        </p:nvSpPr>
        <p:spPr>
          <a:xfrm>
            <a:off x="7051611" y="1502596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B88D7-691A-449E-EDE6-1598A694B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59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4D408C-96F9-1F5C-83E9-A6DB93357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56E988A8-245A-C044-1AA4-79842E7A3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3C8297AA-7B1F-13B7-4189-0B160C72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AA369770-AD46-59FB-A969-F850C6BB2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8D4C411A-3BC1-F5F5-4D3D-9631828D6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DE42D5E6-B599-8DE9-5753-82B2786DD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2E77BBAA-0C33-65AF-23EA-1B0DA2AA5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FC4A2-432C-99E5-C115-36CE8DCFBB91}"/>
              </a:ext>
            </a:extLst>
          </p:cNvPr>
          <p:cNvSpPr txBox="1"/>
          <p:nvPr/>
        </p:nvSpPr>
        <p:spPr>
          <a:xfrm>
            <a:off x="6522644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1BB518E-09C8-F329-C8CD-E17D2335A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graphicFrame>
        <p:nvGraphicFramePr>
          <p:cNvPr id="1042" name="Table 1041">
            <a:extLst>
              <a:ext uri="{FF2B5EF4-FFF2-40B4-BE49-F238E27FC236}">
                <a16:creationId xmlns:a16="http://schemas.microsoft.com/office/drawing/2014/main" id="{869CDC3D-7AF4-27C1-6582-194C9CCC7DF5}"/>
              </a:ext>
            </a:extLst>
          </p:cNvPr>
          <p:cNvGraphicFramePr>
            <a:graphicFrameLocks noGrp="1"/>
          </p:cNvGraphicFramePr>
          <p:nvPr/>
        </p:nvGraphicFramePr>
        <p:xfrm>
          <a:off x="1658678" y="2670975"/>
          <a:ext cx="81280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sp>
        <p:nvSpPr>
          <p:cNvPr id="1043" name="TextBox 1042">
            <a:extLst>
              <a:ext uri="{FF2B5EF4-FFF2-40B4-BE49-F238E27FC236}">
                <a16:creationId xmlns:a16="http://schemas.microsoft.com/office/drawing/2014/main" id="{FA6DDD4C-3E05-1268-213E-80B49A76C361}"/>
              </a:ext>
            </a:extLst>
          </p:cNvPr>
          <p:cNvSpPr txBox="1"/>
          <p:nvPr/>
        </p:nvSpPr>
        <p:spPr>
          <a:xfrm>
            <a:off x="10128213" y="3868247"/>
            <a:ext cx="99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34334C7-971D-79C6-8608-DB193C3ED7DE}"/>
              </a:ext>
            </a:extLst>
          </p:cNvPr>
          <p:cNvSpPr txBox="1"/>
          <p:nvPr/>
        </p:nvSpPr>
        <p:spPr>
          <a:xfrm>
            <a:off x="4851763" y="2089404"/>
            <a:ext cx="67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BEE239B3-A011-2D59-395A-5C3448FE8531}"/>
              </a:ext>
            </a:extLst>
          </p:cNvPr>
          <p:cNvSpPr/>
          <p:nvPr/>
        </p:nvSpPr>
        <p:spPr>
          <a:xfrm rot="5400000">
            <a:off x="5024324" y="-920197"/>
            <a:ext cx="225524" cy="6956817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3CED8311-60D6-3816-CA9C-40379B929B2C}"/>
              </a:ext>
            </a:extLst>
          </p:cNvPr>
          <p:cNvSpPr/>
          <p:nvPr/>
        </p:nvSpPr>
        <p:spPr>
          <a:xfrm>
            <a:off x="9786679" y="3002313"/>
            <a:ext cx="248044" cy="22645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63FA2-6758-F9F1-1EBA-7F38B164701A}"/>
              </a:ext>
            </a:extLst>
          </p:cNvPr>
          <p:cNvSpPr txBox="1"/>
          <p:nvPr/>
        </p:nvSpPr>
        <p:spPr>
          <a:xfrm>
            <a:off x="4416529" y="5655322"/>
            <a:ext cx="3313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 x 16 @ 16 x 6 = 6 x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E7FFC-A0B8-05F9-415B-B6DEB303E3A7}"/>
              </a:ext>
            </a:extLst>
          </p:cNvPr>
          <p:cNvSpPr txBox="1"/>
          <p:nvPr/>
        </p:nvSpPr>
        <p:spPr>
          <a:xfrm>
            <a:off x="4531732" y="6044200"/>
            <a:ext cx="81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query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67D160F8-7DCD-5DD6-C05A-C0BC5523E51D}"/>
              </a:ext>
            </a:extLst>
          </p:cNvPr>
          <p:cNvSpPr/>
          <p:nvPr/>
        </p:nvSpPr>
        <p:spPr>
          <a:xfrm rot="16200000">
            <a:off x="4854934" y="5719124"/>
            <a:ext cx="173307" cy="748507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81AD3-290B-1E28-0FF5-3C85A1AF7288}"/>
              </a:ext>
            </a:extLst>
          </p:cNvPr>
          <p:cNvSpPr txBox="1"/>
          <p:nvPr/>
        </p:nvSpPr>
        <p:spPr>
          <a:xfrm>
            <a:off x="5917982" y="6062014"/>
            <a:ext cx="564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key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18C3F5D-6D31-2FA3-8DD6-174F02316531}"/>
              </a:ext>
            </a:extLst>
          </p:cNvPr>
          <p:cNvSpPr/>
          <p:nvPr/>
        </p:nvSpPr>
        <p:spPr>
          <a:xfrm rot="16200000">
            <a:off x="6116055" y="5736938"/>
            <a:ext cx="173307" cy="748507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BB630F-998A-0D48-3C12-E24087703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9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D40AC-5CAA-AB2A-CF00-C4A82004D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A8779F53-7AB8-9F4F-F02E-08848236A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D8BDC4F7-FDF0-11A2-0075-FA338F7AA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FCD58BB4-316E-62DD-9479-6C2209869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EA22E450-B006-BB95-42C7-8780498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F98A7110-797F-680B-6BE7-66D77A633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B4B1B3AC-1347-E3D4-6DA1-5EBE06EC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99305-962D-A071-D6B0-68D02F249FD5}"/>
              </a:ext>
            </a:extLst>
          </p:cNvPr>
          <p:cNvSpPr txBox="1"/>
          <p:nvPr/>
        </p:nvSpPr>
        <p:spPr>
          <a:xfrm>
            <a:off x="6522644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980F0179-09BC-DB76-5843-6218C507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graphicFrame>
        <p:nvGraphicFramePr>
          <p:cNvPr id="1042" name="Table 1041">
            <a:extLst>
              <a:ext uri="{FF2B5EF4-FFF2-40B4-BE49-F238E27FC236}">
                <a16:creationId xmlns:a16="http://schemas.microsoft.com/office/drawing/2014/main" id="{4C42D58B-78EC-5F50-7198-809977FFC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341331"/>
              </p:ext>
            </p:extLst>
          </p:nvPr>
        </p:nvGraphicFramePr>
        <p:xfrm>
          <a:off x="1658678" y="2670975"/>
          <a:ext cx="81280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sp>
        <p:nvSpPr>
          <p:cNvPr id="1043" name="TextBox 1042">
            <a:extLst>
              <a:ext uri="{FF2B5EF4-FFF2-40B4-BE49-F238E27FC236}">
                <a16:creationId xmlns:a16="http://schemas.microsoft.com/office/drawing/2014/main" id="{CFC4508A-B75E-844F-EAC2-8C427DCE5926}"/>
              </a:ext>
            </a:extLst>
          </p:cNvPr>
          <p:cNvSpPr txBox="1"/>
          <p:nvPr/>
        </p:nvSpPr>
        <p:spPr>
          <a:xfrm>
            <a:off x="10128213" y="3868247"/>
            <a:ext cx="99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FD57C950-1427-4C37-4839-1C513DDF10D9}"/>
              </a:ext>
            </a:extLst>
          </p:cNvPr>
          <p:cNvSpPr txBox="1"/>
          <p:nvPr/>
        </p:nvSpPr>
        <p:spPr>
          <a:xfrm>
            <a:off x="4851763" y="2089404"/>
            <a:ext cx="67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72962463-D71D-B409-FB67-E3DDAAD2A55B}"/>
              </a:ext>
            </a:extLst>
          </p:cNvPr>
          <p:cNvSpPr/>
          <p:nvPr/>
        </p:nvSpPr>
        <p:spPr>
          <a:xfrm rot="5400000">
            <a:off x="5024324" y="-920197"/>
            <a:ext cx="225524" cy="6956817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BA2B88A9-B00B-DBD4-6D57-40DFB7E41E92}"/>
              </a:ext>
            </a:extLst>
          </p:cNvPr>
          <p:cNvSpPr/>
          <p:nvPr/>
        </p:nvSpPr>
        <p:spPr>
          <a:xfrm>
            <a:off x="9786679" y="3002313"/>
            <a:ext cx="248044" cy="22645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6C5601-7BE3-FE5D-1D19-C7E3DB55D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715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9648D-3536-1160-ED93-DA1DA00A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B7150C67-9223-FBEF-019B-C77AB2B1B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96E5FBCB-955A-2414-443C-896087BD6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C7B826D4-94FF-307C-E8BE-C42BC1D95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DAA5719F-73C7-4C29-B025-2212CB650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4A001C6A-1706-CE5E-B5B9-4DCA8C2B1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21956B15-7DAD-D191-1C40-B6F572F9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DC5AE-B24A-796A-ACFB-C2BEA260E6FD}"/>
              </a:ext>
            </a:extLst>
          </p:cNvPr>
          <p:cNvSpPr txBox="1"/>
          <p:nvPr/>
        </p:nvSpPr>
        <p:spPr>
          <a:xfrm>
            <a:off x="6522644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5B2219CD-E757-DC35-E76D-9D089D0B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graphicFrame>
        <p:nvGraphicFramePr>
          <p:cNvPr id="1042" name="Table 1041">
            <a:extLst>
              <a:ext uri="{FF2B5EF4-FFF2-40B4-BE49-F238E27FC236}">
                <a16:creationId xmlns:a16="http://schemas.microsoft.com/office/drawing/2014/main" id="{9AC236B7-9B04-C3F6-F67B-97879A56F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255578"/>
              </p:ext>
            </p:extLst>
          </p:nvPr>
        </p:nvGraphicFramePr>
        <p:xfrm>
          <a:off x="1658678" y="2670975"/>
          <a:ext cx="81280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0" dirty="0"/>
                        <a:t>منخفض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sp>
        <p:nvSpPr>
          <p:cNvPr id="1043" name="TextBox 1042">
            <a:extLst>
              <a:ext uri="{FF2B5EF4-FFF2-40B4-BE49-F238E27FC236}">
                <a16:creationId xmlns:a16="http://schemas.microsoft.com/office/drawing/2014/main" id="{119266F0-77F0-D5FF-1D34-47322741EE3F}"/>
              </a:ext>
            </a:extLst>
          </p:cNvPr>
          <p:cNvSpPr txBox="1"/>
          <p:nvPr/>
        </p:nvSpPr>
        <p:spPr>
          <a:xfrm>
            <a:off x="10128213" y="3868247"/>
            <a:ext cx="99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F68EC684-3AF9-417F-E26C-97467D0032C7}"/>
              </a:ext>
            </a:extLst>
          </p:cNvPr>
          <p:cNvSpPr txBox="1"/>
          <p:nvPr/>
        </p:nvSpPr>
        <p:spPr>
          <a:xfrm>
            <a:off x="4851763" y="2089404"/>
            <a:ext cx="67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34565450-E6A3-2717-0C46-DF32189FFDFF}"/>
              </a:ext>
            </a:extLst>
          </p:cNvPr>
          <p:cNvSpPr/>
          <p:nvPr/>
        </p:nvSpPr>
        <p:spPr>
          <a:xfrm rot="5400000">
            <a:off x="5024324" y="-920197"/>
            <a:ext cx="225524" cy="6956817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243B5A30-4BDC-D0DB-270A-C763BE2EF24B}"/>
              </a:ext>
            </a:extLst>
          </p:cNvPr>
          <p:cNvSpPr/>
          <p:nvPr/>
        </p:nvSpPr>
        <p:spPr>
          <a:xfrm>
            <a:off x="9786679" y="3002313"/>
            <a:ext cx="248044" cy="22645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9839A0-2E68-C6E8-BF35-0B0FC17C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693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BF703-0580-33DA-788B-4CDB226B7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5EF5F4EE-30B7-B263-BC69-CBF8620E9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BF4CDE87-40AD-8453-A660-9C96CEA79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B20875C0-4EB8-6219-8EDD-7A49D436BE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55309A8F-5D70-D507-870D-CB346C419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921B6FBF-EFE5-14D3-4A3B-9F12174EF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F10CCE47-C759-6BEE-D2CD-E0B7D4702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CF3BA-F4A5-909F-8EB6-8D4C6DC28DAB}"/>
              </a:ext>
            </a:extLst>
          </p:cNvPr>
          <p:cNvSpPr txBox="1"/>
          <p:nvPr/>
        </p:nvSpPr>
        <p:spPr>
          <a:xfrm>
            <a:off x="6522644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9671DEE-9D81-81FA-FD52-228A2386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graphicFrame>
        <p:nvGraphicFramePr>
          <p:cNvPr id="1042" name="Table 1041">
            <a:extLst>
              <a:ext uri="{FF2B5EF4-FFF2-40B4-BE49-F238E27FC236}">
                <a16:creationId xmlns:a16="http://schemas.microsoft.com/office/drawing/2014/main" id="{F10FD77D-91F4-1A56-42E6-B3ECA51E8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491545"/>
              </p:ext>
            </p:extLst>
          </p:nvPr>
        </p:nvGraphicFramePr>
        <p:xfrm>
          <a:off x="1658678" y="2670975"/>
          <a:ext cx="81280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0" dirty="0"/>
                        <a:t>منخفض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متوسط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متوسط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sp>
        <p:nvSpPr>
          <p:cNvPr id="1043" name="TextBox 1042">
            <a:extLst>
              <a:ext uri="{FF2B5EF4-FFF2-40B4-BE49-F238E27FC236}">
                <a16:creationId xmlns:a16="http://schemas.microsoft.com/office/drawing/2014/main" id="{1B12BE92-C7A5-86D4-2222-4A4BC54B6C90}"/>
              </a:ext>
            </a:extLst>
          </p:cNvPr>
          <p:cNvSpPr txBox="1"/>
          <p:nvPr/>
        </p:nvSpPr>
        <p:spPr>
          <a:xfrm>
            <a:off x="10128213" y="3868247"/>
            <a:ext cx="99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585F0D4A-F28F-E17D-849F-E988A532DD7E}"/>
              </a:ext>
            </a:extLst>
          </p:cNvPr>
          <p:cNvSpPr txBox="1"/>
          <p:nvPr/>
        </p:nvSpPr>
        <p:spPr>
          <a:xfrm>
            <a:off x="4851763" y="2089404"/>
            <a:ext cx="67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ADAB2CC2-4159-A547-E952-8D38E610F1DD}"/>
              </a:ext>
            </a:extLst>
          </p:cNvPr>
          <p:cNvSpPr/>
          <p:nvPr/>
        </p:nvSpPr>
        <p:spPr>
          <a:xfrm rot="5400000">
            <a:off x="5024324" y="-920197"/>
            <a:ext cx="225524" cy="6956817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C0B957D2-FD96-B337-BD18-AD39BA1F39BD}"/>
              </a:ext>
            </a:extLst>
          </p:cNvPr>
          <p:cNvSpPr/>
          <p:nvPr/>
        </p:nvSpPr>
        <p:spPr>
          <a:xfrm>
            <a:off x="9786679" y="3002313"/>
            <a:ext cx="248044" cy="22645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5F4083-E92B-4B66-3BDC-10901752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997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46396-CFBD-E1A3-AA3F-D2E2FB9D4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D60C9E10-CFD7-3A6D-7233-DB5755CC3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7FF86E0C-D01D-1066-9C48-573266C2EB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3A405DC9-5B95-DCEF-2F54-0A756B063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FF04F437-16DB-AB46-5E1F-933018248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8D6DB0C0-01BB-AA83-8722-DA003CC70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6900D0FA-AC1B-61F9-2DF3-3529F3842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C7B88-CFA8-3A80-6DAD-192B1B91D56E}"/>
              </a:ext>
            </a:extLst>
          </p:cNvPr>
          <p:cNvSpPr txBox="1"/>
          <p:nvPr/>
        </p:nvSpPr>
        <p:spPr>
          <a:xfrm>
            <a:off x="6522644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BA100D3-0B76-7FDF-83D1-AD15BC71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graphicFrame>
        <p:nvGraphicFramePr>
          <p:cNvPr id="1042" name="Table 1041">
            <a:extLst>
              <a:ext uri="{FF2B5EF4-FFF2-40B4-BE49-F238E27FC236}">
                <a16:creationId xmlns:a16="http://schemas.microsoft.com/office/drawing/2014/main" id="{3D484CA0-CAC6-F52C-0FA4-8DCFD42B8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65593"/>
              </p:ext>
            </p:extLst>
          </p:nvPr>
        </p:nvGraphicFramePr>
        <p:xfrm>
          <a:off x="1658678" y="2670975"/>
          <a:ext cx="81280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0" dirty="0"/>
                        <a:t>منخفض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متوسط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متوسط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sp>
        <p:nvSpPr>
          <p:cNvPr id="1043" name="TextBox 1042">
            <a:extLst>
              <a:ext uri="{FF2B5EF4-FFF2-40B4-BE49-F238E27FC236}">
                <a16:creationId xmlns:a16="http://schemas.microsoft.com/office/drawing/2014/main" id="{A1B15962-8004-FDF9-4AD5-8EE99DE3378E}"/>
              </a:ext>
            </a:extLst>
          </p:cNvPr>
          <p:cNvSpPr txBox="1"/>
          <p:nvPr/>
        </p:nvSpPr>
        <p:spPr>
          <a:xfrm>
            <a:off x="10128213" y="3868247"/>
            <a:ext cx="99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CA06377F-F54C-BCF9-0AB7-E3F556E3F9D3}"/>
              </a:ext>
            </a:extLst>
          </p:cNvPr>
          <p:cNvSpPr txBox="1"/>
          <p:nvPr/>
        </p:nvSpPr>
        <p:spPr>
          <a:xfrm>
            <a:off x="4851763" y="2089404"/>
            <a:ext cx="67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1A652712-E7F8-635E-DD9E-7EDD9FB950D7}"/>
              </a:ext>
            </a:extLst>
          </p:cNvPr>
          <p:cNvSpPr/>
          <p:nvPr/>
        </p:nvSpPr>
        <p:spPr>
          <a:xfrm rot="5400000">
            <a:off x="5024324" y="-920197"/>
            <a:ext cx="225524" cy="6956817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92E7DD36-BBB4-9FB5-6A98-2DF3FB02AC84}"/>
              </a:ext>
            </a:extLst>
          </p:cNvPr>
          <p:cNvSpPr/>
          <p:nvPr/>
        </p:nvSpPr>
        <p:spPr>
          <a:xfrm>
            <a:off x="9786679" y="3002313"/>
            <a:ext cx="248044" cy="22645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D2478F-BC99-699F-AE36-859FAC7F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848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2C6DA-6BD6-3DDB-98D1-357B8A67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334C6FAD-33F3-F076-EA31-9C481932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73D9CF31-841B-A03C-BA37-0F429A71E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5CAB0B18-6298-D97E-0350-138AD9E99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F76F1741-B8B1-9F9F-E94D-C128229AA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C3337224-A8BB-4B8E-88AA-9E0C0093F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9E37C572-2A8B-F6E9-C162-710999A11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192BC-9F14-7166-CB10-BA420F2163B5}"/>
              </a:ext>
            </a:extLst>
          </p:cNvPr>
          <p:cNvSpPr txBox="1"/>
          <p:nvPr/>
        </p:nvSpPr>
        <p:spPr>
          <a:xfrm>
            <a:off x="6522644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E015516-47AE-78C0-9142-BFF36066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graphicFrame>
        <p:nvGraphicFramePr>
          <p:cNvPr id="1042" name="Table 1041">
            <a:extLst>
              <a:ext uri="{FF2B5EF4-FFF2-40B4-BE49-F238E27FC236}">
                <a16:creationId xmlns:a16="http://schemas.microsoft.com/office/drawing/2014/main" id="{038F6F3D-0744-EAA5-8351-8E6901408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58713"/>
              </p:ext>
            </p:extLst>
          </p:nvPr>
        </p:nvGraphicFramePr>
        <p:xfrm>
          <a:off x="1658678" y="2670975"/>
          <a:ext cx="81280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0" dirty="0"/>
                        <a:t>منخفض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متوسط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متوسط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sp>
        <p:nvSpPr>
          <p:cNvPr id="1043" name="TextBox 1042">
            <a:extLst>
              <a:ext uri="{FF2B5EF4-FFF2-40B4-BE49-F238E27FC236}">
                <a16:creationId xmlns:a16="http://schemas.microsoft.com/office/drawing/2014/main" id="{95E002D5-2951-C719-5B7D-2E223A298F8D}"/>
              </a:ext>
            </a:extLst>
          </p:cNvPr>
          <p:cNvSpPr txBox="1"/>
          <p:nvPr/>
        </p:nvSpPr>
        <p:spPr>
          <a:xfrm>
            <a:off x="10128213" y="3868247"/>
            <a:ext cx="99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36B086DD-FB95-D3FA-D136-5D8A71DA898A}"/>
              </a:ext>
            </a:extLst>
          </p:cNvPr>
          <p:cNvSpPr txBox="1"/>
          <p:nvPr/>
        </p:nvSpPr>
        <p:spPr>
          <a:xfrm>
            <a:off x="4851763" y="2089404"/>
            <a:ext cx="67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7CF33FF3-727B-E8C9-F898-E87AC9D296B3}"/>
              </a:ext>
            </a:extLst>
          </p:cNvPr>
          <p:cNvSpPr/>
          <p:nvPr/>
        </p:nvSpPr>
        <p:spPr>
          <a:xfrm rot="5400000">
            <a:off x="5024324" y="-920197"/>
            <a:ext cx="225524" cy="6956817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3E3F249C-E2F1-6F4C-0A3E-CABA9FAE0C80}"/>
              </a:ext>
            </a:extLst>
          </p:cNvPr>
          <p:cNvSpPr/>
          <p:nvPr/>
        </p:nvSpPr>
        <p:spPr>
          <a:xfrm>
            <a:off x="9786679" y="3002313"/>
            <a:ext cx="248044" cy="22645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937166-433F-A117-EEA9-C291E564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390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5749C-051A-DC61-FB83-6D84171DA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46243CFA-0ECF-271B-6FAB-2C9F1F5CB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23082436-BA5A-EA9B-2BC9-2798C904F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16A59F75-685C-D43E-A5B7-30154DA5E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6B519ACF-7023-C0E5-BFFF-C3494C930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5B44E3EA-ADAD-6AB5-CA8A-AF17D4ABF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4836D9B9-2194-FC23-F8E9-FFD3050A5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66796-252F-804B-7018-B8FAD9A68187}"/>
              </a:ext>
            </a:extLst>
          </p:cNvPr>
          <p:cNvSpPr txBox="1"/>
          <p:nvPr/>
        </p:nvSpPr>
        <p:spPr>
          <a:xfrm>
            <a:off x="6522644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80BF072-ECEE-0F77-E333-61DF38F9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graphicFrame>
        <p:nvGraphicFramePr>
          <p:cNvPr id="1042" name="Table 1041">
            <a:extLst>
              <a:ext uri="{FF2B5EF4-FFF2-40B4-BE49-F238E27FC236}">
                <a16:creationId xmlns:a16="http://schemas.microsoft.com/office/drawing/2014/main" id="{DABA5879-A390-4843-37BA-D4B387B07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26678"/>
              </p:ext>
            </p:extLst>
          </p:nvPr>
        </p:nvGraphicFramePr>
        <p:xfrm>
          <a:off x="1658678" y="2670975"/>
          <a:ext cx="81280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0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0" dirty="0"/>
                        <a:t>منخفض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متوسط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متوسط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b="1" dirty="0"/>
                        <a:t>مرتفع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منخفض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b="1" dirty="0"/>
                        <a:t>مرتفع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sp>
        <p:nvSpPr>
          <p:cNvPr id="1043" name="TextBox 1042">
            <a:extLst>
              <a:ext uri="{FF2B5EF4-FFF2-40B4-BE49-F238E27FC236}">
                <a16:creationId xmlns:a16="http://schemas.microsoft.com/office/drawing/2014/main" id="{BAA856DE-F8C3-77B7-3492-65FE07A41128}"/>
              </a:ext>
            </a:extLst>
          </p:cNvPr>
          <p:cNvSpPr txBox="1"/>
          <p:nvPr/>
        </p:nvSpPr>
        <p:spPr>
          <a:xfrm>
            <a:off x="10128213" y="3868247"/>
            <a:ext cx="99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4C1B04E9-F4DD-42F1-E396-C4E853F96E4E}"/>
              </a:ext>
            </a:extLst>
          </p:cNvPr>
          <p:cNvSpPr txBox="1"/>
          <p:nvPr/>
        </p:nvSpPr>
        <p:spPr>
          <a:xfrm>
            <a:off x="4851763" y="2089404"/>
            <a:ext cx="67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C6821448-8B10-E623-A07F-7C600CB5B438}"/>
              </a:ext>
            </a:extLst>
          </p:cNvPr>
          <p:cNvSpPr/>
          <p:nvPr/>
        </p:nvSpPr>
        <p:spPr>
          <a:xfrm rot="5400000">
            <a:off x="5024324" y="-920197"/>
            <a:ext cx="225524" cy="6956817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AE87945F-3265-BCFA-94A1-FD61ADA0DF00}"/>
              </a:ext>
            </a:extLst>
          </p:cNvPr>
          <p:cNvSpPr/>
          <p:nvPr/>
        </p:nvSpPr>
        <p:spPr>
          <a:xfrm>
            <a:off x="9786679" y="3002313"/>
            <a:ext cx="248044" cy="22645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F9EA75-3B9B-E8B7-6AFD-7A64F2FCC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572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7A1B8-4B68-E1FD-F1FB-CCB3EED9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5EBCF329-31F0-D838-DEB3-A64777AE8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A56266C1-86AB-5616-8AD1-D3865A458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696133AF-DB4B-7E36-3BD4-D01F1EAFC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6A67963A-EE4A-0FD4-9DB4-6E2024BBB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79A934B8-523E-AF3F-2CAC-A0D299E7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8013EDA9-9E7A-BA01-1897-7178BDBF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A2D66-34FA-0166-0FB7-EAF2E55A34DA}"/>
              </a:ext>
            </a:extLst>
          </p:cNvPr>
          <p:cNvSpPr txBox="1"/>
          <p:nvPr/>
        </p:nvSpPr>
        <p:spPr>
          <a:xfrm>
            <a:off x="6522644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4D2A381-F12B-1B1A-6685-69F08588C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graphicFrame>
        <p:nvGraphicFramePr>
          <p:cNvPr id="1042" name="Table 1041">
            <a:extLst>
              <a:ext uri="{FF2B5EF4-FFF2-40B4-BE49-F238E27FC236}">
                <a16:creationId xmlns:a16="http://schemas.microsoft.com/office/drawing/2014/main" id="{5098EBB1-60CF-0FB8-7E17-29A6FA8E3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723947"/>
              </p:ext>
            </p:extLst>
          </p:nvPr>
        </p:nvGraphicFramePr>
        <p:xfrm>
          <a:off x="1658678" y="2670975"/>
          <a:ext cx="81280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0.25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0.15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</a:t>
                      </a:r>
                      <a:r>
                        <a:rPr lang="en-US" b="1" dirty="0">
                          <a:latin typeface="+mn-lt"/>
                        </a:rPr>
                        <a:t>4</a:t>
                      </a:r>
                      <a:endParaRPr lang="ar-EG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0.4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0.05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0.4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0.05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</a:t>
                      </a:r>
                      <a:r>
                        <a:rPr lang="ar-EG" b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0.7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0.4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sp>
        <p:nvSpPr>
          <p:cNvPr id="1043" name="TextBox 1042">
            <a:extLst>
              <a:ext uri="{FF2B5EF4-FFF2-40B4-BE49-F238E27FC236}">
                <a16:creationId xmlns:a16="http://schemas.microsoft.com/office/drawing/2014/main" id="{E6EC6223-21E0-B2DC-BDAF-2C79F4588EE2}"/>
              </a:ext>
            </a:extLst>
          </p:cNvPr>
          <p:cNvSpPr txBox="1"/>
          <p:nvPr/>
        </p:nvSpPr>
        <p:spPr>
          <a:xfrm>
            <a:off x="10128213" y="3868247"/>
            <a:ext cx="99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31416DCD-54F1-6DB4-0979-A1B42FD61819}"/>
              </a:ext>
            </a:extLst>
          </p:cNvPr>
          <p:cNvSpPr txBox="1"/>
          <p:nvPr/>
        </p:nvSpPr>
        <p:spPr>
          <a:xfrm>
            <a:off x="4851763" y="2089404"/>
            <a:ext cx="67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A7A14CBE-0778-A882-28D3-7DE1F823569F}"/>
              </a:ext>
            </a:extLst>
          </p:cNvPr>
          <p:cNvSpPr/>
          <p:nvPr/>
        </p:nvSpPr>
        <p:spPr>
          <a:xfrm rot="5400000">
            <a:off x="5024324" y="-920197"/>
            <a:ext cx="225524" cy="6956817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4F9C2902-E45F-35F6-1BFF-17BE21CB4E6E}"/>
              </a:ext>
            </a:extLst>
          </p:cNvPr>
          <p:cNvSpPr/>
          <p:nvPr/>
        </p:nvSpPr>
        <p:spPr>
          <a:xfrm>
            <a:off x="9786679" y="3002313"/>
            <a:ext cx="248044" cy="22645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DED8BD-724E-4E14-6A69-A56ABCC5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559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CA60E-6A58-EECA-AD8F-84757052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6C44E32A-B735-06B7-949A-F34961830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FA76B3F4-A793-BBA8-8569-42DA185F1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456194B9-2AF7-FA20-50E9-BB27235B8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F69AFFEC-E266-CF97-C964-EEB6097B7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AF84D54C-F923-CE2E-0E4F-838F76ABF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8766EAAF-8FFC-1E83-7F49-948767C2F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95C6F91-3FBE-E2ED-E1D4-E7DB0740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595C3425-418B-B926-8E5D-986EDF3AE0E5}"/>
              </a:ext>
            </a:extLst>
          </p:cNvPr>
          <p:cNvSpPr txBox="1"/>
          <p:nvPr/>
        </p:nvSpPr>
        <p:spPr>
          <a:xfrm>
            <a:off x="7580496" y="3470100"/>
            <a:ext cx="903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2278CF1D-ABAD-DF06-0B3F-8ECC562001AB}"/>
              </a:ext>
            </a:extLst>
          </p:cNvPr>
          <p:cNvSpPr txBox="1"/>
          <p:nvPr/>
        </p:nvSpPr>
        <p:spPr>
          <a:xfrm>
            <a:off x="3438449" y="1673409"/>
            <a:ext cx="614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CBE5412F-F230-E819-488C-75FAFA033F50}"/>
              </a:ext>
            </a:extLst>
          </p:cNvPr>
          <p:cNvSpPr/>
          <p:nvPr/>
        </p:nvSpPr>
        <p:spPr>
          <a:xfrm rot="5400000">
            <a:off x="3484847" y="-565701"/>
            <a:ext cx="280149" cy="5409713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BFCACDE8-69F7-59F1-2D55-1A759E22E8D9}"/>
              </a:ext>
            </a:extLst>
          </p:cNvPr>
          <p:cNvSpPr/>
          <p:nvPr/>
        </p:nvSpPr>
        <p:spPr>
          <a:xfrm>
            <a:off x="7353705" y="2637322"/>
            <a:ext cx="226791" cy="22363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BA083B-1CBF-5598-E4F3-9EE42E98D24C}"/>
              </a:ext>
            </a:extLst>
          </p:cNvPr>
          <p:cNvSpPr txBox="1"/>
          <p:nvPr/>
        </p:nvSpPr>
        <p:spPr>
          <a:xfrm>
            <a:off x="8542852" y="3346989"/>
            <a:ext cx="2579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@ 6 x 16 = 6 x 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B616B7-8754-64E0-996C-02BE5ACAEA4C}"/>
              </a:ext>
            </a:extLst>
          </p:cNvPr>
          <p:cNvSpPr txBox="1"/>
          <p:nvPr/>
        </p:nvSpPr>
        <p:spPr>
          <a:xfrm>
            <a:off x="9142023" y="3753681"/>
            <a:ext cx="75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value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0B1281AF-DF47-7459-ABD9-C50DAD998B03}"/>
              </a:ext>
            </a:extLst>
          </p:cNvPr>
          <p:cNvSpPr/>
          <p:nvPr/>
        </p:nvSpPr>
        <p:spPr>
          <a:xfrm rot="16200000">
            <a:off x="9340095" y="3428605"/>
            <a:ext cx="173307" cy="748507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FF8781-A04B-77D5-D550-ABE4632EE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343151"/>
              </p:ext>
            </p:extLst>
          </p:nvPr>
        </p:nvGraphicFramePr>
        <p:xfrm>
          <a:off x="820762" y="2278830"/>
          <a:ext cx="6433637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091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65582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0.25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0.15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</a:t>
                      </a:r>
                      <a:r>
                        <a:rPr lang="en-US" b="1" dirty="0">
                          <a:latin typeface="+mn-lt"/>
                        </a:rPr>
                        <a:t>4</a:t>
                      </a:r>
                      <a:endParaRPr lang="ar-EG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0.4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0.05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0.4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0.05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</a:t>
                      </a:r>
                      <a:r>
                        <a:rPr lang="ar-EG" b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0.7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0.4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F93F3D-4E87-C1A8-211C-669FAEF65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936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8C895-11E7-BAEE-B22E-57B1C492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C29CE695-B3D4-2317-F730-6674FEB3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E9EDCCAB-E82F-715C-9502-167728D92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03FAB995-8B22-603D-20F2-FBA2D0F5A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4CCB4AB7-C7DF-2B6E-4818-E392813C4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5222BDC3-8D57-185B-2C91-5336FED04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60" name="Rectangle 1059">
            <a:extLst>
              <a:ext uri="{FF2B5EF4-FFF2-40B4-BE49-F238E27FC236}">
                <a16:creationId xmlns:a16="http://schemas.microsoft.com/office/drawing/2014/main" id="{EC991AC7-8DAE-3E1D-4E32-BFCF30C2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C251924-229F-0EF9-6509-EF3927906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641C7CEE-85E4-4112-3506-E816E4B857EA}"/>
              </a:ext>
            </a:extLst>
          </p:cNvPr>
          <p:cNvSpPr txBox="1"/>
          <p:nvPr/>
        </p:nvSpPr>
        <p:spPr>
          <a:xfrm>
            <a:off x="7580496" y="3470100"/>
            <a:ext cx="903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DA697643-051B-68C6-9331-E70B802BEF4E}"/>
              </a:ext>
            </a:extLst>
          </p:cNvPr>
          <p:cNvSpPr txBox="1"/>
          <p:nvPr/>
        </p:nvSpPr>
        <p:spPr>
          <a:xfrm>
            <a:off x="3438449" y="1673409"/>
            <a:ext cx="614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42182388-2768-B884-178A-842949E4BB9C}"/>
              </a:ext>
            </a:extLst>
          </p:cNvPr>
          <p:cNvSpPr/>
          <p:nvPr/>
        </p:nvSpPr>
        <p:spPr>
          <a:xfrm rot="5400000">
            <a:off x="3484847" y="-565701"/>
            <a:ext cx="280149" cy="5409713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B9B5E024-A718-291F-0EDE-98E443984E4C}"/>
              </a:ext>
            </a:extLst>
          </p:cNvPr>
          <p:cNvSpPr/>
          <p:nvPr/>
        </p:nvSpPr>
        <p:spPr>
          <a:xfrm>
            <a:off x="7353705" y="2637322"/>
            <a:ext cx="226791" cy="22363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0D7567-E0A1-F226-91AC-36388662CEC0}"/>
              </a:ext>
            </a:extLst>
          </p:cNvPr>
          <p:cNvSpPr txBox="1"/>
          <p:nvPr/>
        </p:nvSpPr>
        <p:spPr>
          <a:xfrm>
            <a:off x="8542852" y="3346989"/>
            <a:ext cx="2579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@ 6 x 16 = 6 x 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26B962-CE9C-EE92-9A91-44AC2FE66CD9}"/>
              </a:ext>
            </a:extLst>
          </p:cNvPr>
          <p:cNvSpPr txBox="1"/>
          <p:nvPr/>
        </p:nvSpPr>
        <p:spPr>
          <a:xfrm>
            <a:off x="9142023" y="3753681"/>
            <a:ext cx="75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value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0B438ACA-464C-9A90-ADFF-F95BDE0B76A4}"/>
              </a:ext>
            </a:extLst>
          </p:cNvPr>
          <p:cNvSpPr/>
          <p:nvPr/>
        </p:nvSpPr>
        <p:spPr>
          <a:xfrm rot="16200000">
            <a:off x="9340095" y="3428605"/>
            <a:ext cx="173307" cy="748507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9BB5A0-278E-3910-0ABD-A606A776BDCB}"/>
              </a:ext>
            </a:extLst>
          </p:cNvPr>
          <p:cNvGraphicFramePr>
            <a:graphicFrameLocks noGrp="1"/>
          </p:cNvGraphicFramePr>
          <p:nvPr/>
        </p:nvGraphicFramePr>
        <p:xfrm>
          <a:off x="820762" y="2278830"/>
          <a:ext cx="6433637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091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65582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0.25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0.15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</a:t>
                      </a:r>
                      <a:r>
                        <a:rPr lang="en-US" b="1" dirty="0">
                          <a:latin typeface="+mn-lt"/>
                        </a:rPr>
                        <a:t>4</a:t>
                      </a:r>
                      <a:endParaRPr lang="ar-EG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0.4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0.05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0.4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0.05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</a:t>
                      </a:r>
                      <a:r>
                        <a:rPr lang="ar-EG" b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0.7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0.4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65582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pic>
        <p:nvPicPr>
          <p:cNvPr id="3" name="Picture 2" descr="transformer - &quot;Attention is all you need&quot; paper : How are the Q, K, V  values calculated? - Artificial Intelligence Stack Exchange">
            <a:extLst>
              <a:ext uri="{FF2B5EF4-FFF2-40B4-BE49-F238E27FC236}">
                <a16:creationId xmlns:a16="http://schemas.microsoft.com/office/drawing/2014/main" id="{EE57348B-5B45-2CF5-4BDB-36C00E3A48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8" r="-1" b="71010"/>
          <a:stretch>
            <a:fillRect/>
          </a:stretch>
        </p:blipFill>
        <p:spPr bwMode="auto">
          <a:xfrm>
            <a:off x="3665987" y="5001122"/>
            <a:ext cx="5136139" cy="9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30843-231B-7813-03E0-E16EDAF7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798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D261C-B3C3-CCBD-987C-3FA410E2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ntuitive and Visual Guide to Transformers and ChatGPT">
            <a:extLst>
              <a:ext uri="{FF2B5EF4-FFF2-40B4-BE49-F238E27FC236}">
                <a16:creationId xmlns:a16="http://schemas.microsoft.com/office/drawing/2014/main" id="{B63C40E2-9422-1DD8-8F0B-732E52ABB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339" y="696287"/>
            <a:ext cx="3418242" cy="521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740049D-9A9D-7E90-ABE5-449D6127CB41}"/>
                  </a:ext>
                </a:extLst>
              </p14:cNvPr>
              <p14:cNvContentPartPr/>
              <p14:nvPr/>
            </p14:nvContentPartPr>
            <p14:xfrm>
              <a:off x="5895000" y="3570800"/>
              <a:ext cx="839880" cy="240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740049D-9A9D-7E90-ABE5-449D6127CB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41360" y="3462800"/>
                <a:ext cx="947520" cy="4557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212D62-9255-6646-E703-1E549265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427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45997-6709-3445-F558-C8AC601F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5C39F50A-63FF-9373-2EC9-B50D90FC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graphicFrame>
        <p:nvGraphicFramePr>
          <p:cNvPr id="1042" name="Table 1041">
            <a:extLst>
              <a:ext uri="{FF2B5EF4-FFF2-40B4-BE49-F238E27FC236}">
                <a16:creationId xmlns:a16="http://schemas.microsoft.com/office/drawing/2014/main" id="{25891840-A767-FA99-DDAF-AE3E4EB70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585043"/>
              </p:ext>
            </p:extLst>
          </p:nvPr>
        </p:nvGraphicFramePr>
        <p:xfrm>
          <a:off x="920068" y="2313384"/>
          <a:ext cx="6433637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091">
                  <a:extLst>
                    <a:ext uri="{9D8B030D-6E8A-4147-A177-3AD203B41FA5}">
                      <a16:colId xmlns:a16="http://schemas.microsoft.com/office/drawing/2014/main" val="1373071134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2598036485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1253734807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1632423063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827292056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2830956285"/>
                    </a:ext>
                  </a:extLst>
                </a:gridCol>
                <a:gridCol w="919091">
                  <a:extLst>
                    <a:ext uri="{9D8B030D-6E8A-4147-A177-3AD203B41FA5}">
                      <a16:colId xmlns:a16="http://schemas.microsoft.com/office/drawing/2014/main" val="442400315"/>
                    </a:ext>
                  </a:extLst>
                </a:gridCol>
              </a:tblGrid>
              <a:tr h="318748"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83392"/>
                  </a:ext>
                </a:extLst>
              </a:tr>
              <a:tr h="318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الكتاب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646383"/>
                  </a:ext>
                </a:extLst>
              </a:tr>
              <a:tr h="318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0.05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0.4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الذي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09231"/>
                  </a:ext>
                </a:extLst>
              </a:tr>
              <a:tr h="318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0.05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0.05</a:t>
                      </a:r>
                      <a:endParaRPr lang="ar-E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0.7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قرأته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55409"/>
                  </a:ext>
                </a:extLst>
              </a:tr>
              <a:tr h="318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اليوم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78611"/>
                  </a:ext>
                </a:extLst>
              </a:tr>
              <a:tr h="318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</a:t>
                      </a:r>
                      <a:endParaRPr lang="ar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كان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257935"/>
                  </a:ext>
                </a:extLst>
              </a:tr>
              <a:tr h="318748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/>
                        <a:t>جيدا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480257"/>
                  </a:ext>
                </a:extLst>
              </a:tr>
            </a:tbl>
          </a:graphicData>
        </a:graphic>
      </p:graphicFrame>
      <p:sp>
        <p:nvSpPr>
          <p:cNvPr id="1043" name="TextBox 1042">
            <a:extLst>
              <a:ext uri="{FF2B5EF4-FFF2-40B4-BE49-F238E27FC236}">
                <a16:creationId xmlns:a16="http://schemas.microsoft.com/office/drawing/2014/main" id="{9A4A8009-778C-9B75-F927-A6F2DE323D09}"/>
              </a:ext>
            </a:extLst>
          </p:cNvPr>
          <p:cNvSpPr txBox="1"/>
          <p:nvPr/>
        </p:nvSpPr>
        <p:spPr>
          <a:xfrm>
            <a:off x="7580496" y="3470100"/>
            <a:ext cx="903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queries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73BE157-7116-621B-5897-301DFF983FB2}"/>
              </a:ext>
            </a:extLst>
          </p:cNvPr>
          <p:cNvSpPr txBox="1"/>
          <p:nvPr/>
        </p:nvSpPr>
        <p:spPr>
          <a:xfrm>
            <a:off x="4113152" y="1731813"/>
            <a:ext cx="614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keys</a:t>
            </a:r>
          </a:p>
        </p:txBody>
      </p:sp>
      <p:sp>
        <p:nvSpPr>
          <p:cNvPr id="1045" name="Left Brace 1044">
            <a:extLst>
              <a:ext uri="{FF2B5EF4-FFF2-40B4-BE49-F238E27FC236}">
                <a16:creationId xmlns:a16="http://schemas.microsoft.com/office/drawing/2014/main" id="{7F8B15CF-C76C-4C0B-E5F9-99B98D13CCCA}"/>
              </a:ext>
            </a:extLst>
          </p:cNvPr>
          <p:cNvSpPr/>
          <p:nvPr/>
        </p:nvSpPr>
        <p:spPr>
          <a:xfrm rot="5400000">
            <a:off x="4041200" y="-1033275"/>
            <a:ext cx="191371" cy="6433639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48" name="Right Brace 1047">
            <a:extLst>
              <a:ext uri="{FF2B5EF4-FFF2-40B4-BE49-F238E27FC236}">
                <a16:creationId xmlns:a16="http://schemas.microsoft.com/office/drawing/2014/main" id="{B8EA2EC2-CF49-E278-3112-3044EAD61150}"/>
              </a:ext>
            </a:extLst>
          </p:cNvPr>
          <p:cNvSpPr/>
          <p:nvPr/>
        </p:nvSpPr>
        <p:spPr>
          <a:xfrm>
            <a:off x="7353705" y="2637322"/>
            <a:ext cx="226791" cy="22363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9A62C7-3A2E-12B6-6853-6C2227C89510}"/>
              </a:ext>
            </a:extLst>
          </p:cNvPr>
          <p:cNvSpPr txBox="1"/>
          <p:nvPr/>
        </p:nvSpPr>
        <p:spPr>
          <a:xfrm>
            <a:off x="8542852" y="3346989"/>
            <a:ext cx="2579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@ 6 x 16 = 6 x 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524F3C-2675-4F30-649B-3822153AAE14}"/>
              </a:ext>
            </a:extLst>
          </p:cNvPr>
          <p:cNvSpPr txBox="1"/>
          <p:nvPr/>
        </p:nvSpPr>
        <p:spPr>
          <a:xfrm>
            <a:off x="9142023" y="3753681"/>
            <a:ext cx="75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value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61464391-700B-9048-14E7-C246AF861A31}"/>
              </a:ext>
            </a:extLst>
          </p:cNvPr>
          <p:cNvSpPr/>
          <p:nvPr/>
        </p:nvSpPr>
        <p:spPr>
          <a:xfrm rot="16200000">
            <a:off x="9340095" y="3428605"/>
            <a:ext cx="173307" cy="748507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2" name="Picture 2" descr="transformer - &quot;Attention is all you need&quot; paper : How are the Q, K, V  values calculated? - Artificial Intelligence Stack Exchange">
            <a:extLst>
              <a:ext uri="{FF2B5EF4-FFF2-40B4-BE49-F238E27FC236}">
                <a16:creationId xmlns:a16="http://schemas.microsoft.com/office/drawing/2014/main" id="{2382FD96-A981-5BE4-6637-64AAD3812F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8" r="-1" b="71010"/>
          <a:stretch>
            <a:fillRect/>
          </a:stretch>
        </p:blipFill>
        <p:spPr bwMode="auto">
          <a:xfrm>
            <a:off x="3682920" y="5272095"/>
            <a:ext cx="5136139" cy="9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C737D2-750A-2582-ED1E-7785150B4B73}"/>
              </a:ext>
            </a:extLst>
          </p:cNvPr>
          <p:cNvSpPr txBox="1"/>
          <p:nvPr/>
        </p:nvSpPr>
        <p:spPr>
          <a:xfrm>
            <a:off x="1626669" y="5197642"/>
            <a:ext cx="4142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Attention = </a:t>
            </a:r>
            <a:r>
              <a:rPr lang="en-US" dirty="0">
                <a:solidFill>
                  <a:schemeClr val="accent1"/>
                </a:solidFill>
              </a:rPr>
              <a:t>(6 x 16 @ 16 x 6) @ 6 x 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C7917-374B-6C0C-FFEE-9E4A618EADFC}"/>
              </a:ext>
            </a:extLst>
          </p:cNvPr>
          <p:cNvSpPr txBox="1"/>
          <p:nvPr/>
        </p:nvSpPr>
        <p:spPr>
          <a:xfrm>
            <a:off x="7748693" y="1298044"/>
            <a:ext cx="2052309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3200" b="1" dirty="0"/>
              <a:t>Masking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2C49-31A0-8F11-4048-EEEE0DE9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381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177F3A-3D7C-1F0B-BC92-DC7349CA4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04" y="352642"/>
            <a:ext cx="10058400" cy="1609344"/>
          </a:xfrm>
        </p:spPr>
        <p:txBody>
          <a:bodyPr/>
          <a:lstStyle/>
          <a:p>
            <a:r>
              <a:rPr lang="en-US" dirty="0"/>
              <a:t>attention</a:t>
            </a:r>
          </a:p>
        </p:txBody>
      </p:sp>
      <p:pic>
        <p:nvPicPr>
          <p:cNvPr id="5" name="Picture 2" descr="transformer - &quot;Attention is all you need&quot; paper : How are the Q, K, V  values calculated? - Artificial Intelligence Stack Exchange">
            <a:extLst>
              <a:ext uri="{FF2B5EF4-FFF2-40B4-BE49-F238E27FC236}">
                <a16:creationId xmlns:a16="http://schemas.microsoft.com/office/drawing/2014/main" id="{9C288512-468A-C558-E902-8248E27A2B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8" r="-1" b="71010"/>
          <a:stretch>
            <a:fillRect/>
          </a:stretch>
        </p:blipFill>
        <p:spPr bwMode="auto">
          <a:xfrm>
            <a:off x="2393135" y="1961986"/>
            <a:ext cx="5136139" cy="9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F87F00-26CA-2926-343D-ED0864729A4B}"/>
              </a:ext>
            </a:extLst>
          </p:cNvPr>
          <p:cNvSpPr txBox="1"/>
          <p:nvPr/>
        </p:nvSpPr>
        <p:spPr>
          <a:xfrm>
            <a:off x="2300437" y="3724737"/>
            <a:ext cx="5852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Attention = </a:t>
            </a:r>
            <a:r>
              <a:rPr lang="en-US" dirty="0" err="1">
                <a:solidFill>
                  <a:srgbClr val="92D050"/>
                </a:solidFill>
              </a:rPr>
              <a:t>softmax</a:t>
            </a:r>
            <a:r>
              <a:rPr lang="en-US" dirty="0">
                <a:solidFill>
                  <a:srgbClr val="92D050"/>
                </a:solidFill>
              </a:rPr>
              <a:t>(</a:t>
            </a:r>
            <a:r>
              <a:rPr lang="en-US" dirty="0">
                <a:solidFill>
                  <a:schemeClr val="accent1"/>
                </a:solidFill>
              </a:rPr>
              <a:t>6 x 16 @ 16 x 6</a:t>
            </a:r>
            <a:r>
              <a:rPr lang="en-US" dirty="0">
                <a:solidFill>
                  <a:srgbClr val="92D050"/>
                </a:solidFill>
              </a:rPr>
              <a:t>)</a:t>
            </a:r>
            <a:r>
              <a:rPr lang="en-US" dirty="0">
                <a:solidFill>
                  <a:schemeClr val="accent1"/>
                </a:solidFill>
              </a:rPr>
              <a:t> @ 6 x 16 = 6 x 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87BB5-50CF-65C5-AE66-A913DFDFA84E}"/>
              </a:ext>
            </a:extLst>
          </p:cNvPr>
          <p:cNvSpPr txBox="1"/>
          <p:nvPr/>
        </p:nvSpPr>
        <p:spPr>
          <a:xfrm>
            <a:off x="4468426" y="4034613"/>
            <a:ext cx="81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query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7B036BD6-5E3C-A816-887C-9513D831079B}"/>
              </a:ext>
            </a:extLst>
          </p:cNvPr>
          <p:cNvSpPr/>
          <p:nvPr/>
        </p:nvSpPr>
        <p:spPr>
          <a:xfrm rot="16200000">
            <a:off x="4754258" y="3810619"/>
            <a:ext cx="173309" cy="572985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CCEA6-1BBF-4A06-9B52-D0135CBF5DBE}"/>
              </a:ext>
            </a:extLst>
          </p:cNvPr>
          <p:cNvSpPr txBox="1"/>
          <p:nvPr/>
        </p:nvSpPr>
        <p:spPr>
          <a:xfrm>
            <a:off x="5451454" y="4047938"/>
            <a:ext cx="564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key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43CE4AF9-D9D3-A69E-7E28-3ADF18B94512}"/>
              </a:ext>
            </a:extLst>
          </p:cNvPr>
          <p:cNvSpPr/>
          <p:nvPr/>
        </p:nvSpPr>
        <p:spPr>
          <a:xfrm rot="16200000">
            <a:off x="5737287" y="3810623"/>
            <a:ext cx="173307" cy="572984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3AB759-637B-2276-119B-0EE36398E236}"/>
              </a:ext>
            </a:extLst>
          </p:cNvPr>
          <p:cNvSpPr txBox="1"/>
          <p:nvPr/>
        </p:nvSpPr>
        <p:spPr>
          <a:xfrm>
            <a:off x="6426012" y="4085414"/>
            <a:ext cx="75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value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6CE1341E-7C7F-EEE8-53FD-9896D1059DAF}"/>
              </a:ext>
            </a:extLst>
          </p:cNvPr>
          <p:cNvSpPr/>
          <p:nvPr/>
        </p:nvSpPr>
        <p:spPr>
          <a:xfrm rot="16200000">
            <a:off x="6734818" y="3833595"/>
            <a:ext cx="135831" cy="564515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9A5F31-5D4A-9919-2F39-8CD751775E2E}"/>
              </a:ext>
            </a:extLst>
          </p:cNvPr>
          <p:cNvSpPr txBox="1"/>
          <p:nvPr/>
        </p:nvSpPr>
        <p:spPr>
          <a:xfrm>
            <a:off x="222919" y="4771255"/>
            <a:ext cx="11824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92D050"/>
                </a:solidFill>
              </a:rPr>
              <a:t>softmax</a:t>
            </a:r>
            <a:r>
              <a:rPr lang="en-US" dirty="0">
                <a:solidFill>
                  <a:srgbClr val="92D050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block_size</a:t>
            </a:r>
            <a:r>
              <a:rPr lang="en-US" dirty="0">
                <a:solidFill>
                  <a:schemeClr val="accent1"/>
                </a:solidFill>
              </a:rPr>
              <a:t> x </a:t>
            </a:r>
            <a:r>
              <a:rPr lang="en-US" dirty="0" err="1">
                <a:solidFill>
                  <a:schemeClr val="accent1"/>
                </a:solidFill>
              </a:rPr>
              <a:t>head_size</a:t>
            </a:r>
            <a:r>
              <a:rPr lang="en-US" dirty="0">
                <a:solidFill>
                  <a:schemeClr val="accent1"/>
                </a:solidFill>
              </a:rPr>
              <a:t> @ </a:t>
            </a:r>
            <a:r>
              <a:rPr lang="en-US" dirty="0" err="1">
                <a:solidFill>
                  <a:schemeClr val="accent1"/>
                </a:solidFill>
              </a:rPr>
              <a:t>head_size</a:t>
            </a:r>
            <a:r>
              <a:rPr lang="en-US" dirty="0">
                <a:solidFill>
                  <a:schemeClr val="accent1"/>
                </a:solidFill>
              </a:rPr>
              <a:t> x </a:t>
            </a:r>
            <a:r>
              <a:rPr lang="en-US" dirty="0" err="1">
                <a:solidFill>
                  <a:schemeClr val="accent1"/>
                </a:solidFill>
              </a:rPr>
              <a:t>block_size</a:t>
            </a:r>
            <a:r>
              <a:rPr lang="en-US" dirty="0">
                <a:solidFill>
                  <a:srgbClr val="92D050"/>
                </a:solidFill>
              </a:rPr>
              <a:t>)</a:t>
            </a:r>
            <a:r>
              <a:rPr lang="en-US" dirty="0">
                <a:solidFill>
                  <a:schemeClr val="accent1"/>
                </a:solidFill>
              </a:rPr>
              <a:t> @ </a:t>
            </a:r>
            <a:r>
              <a:rPr lang="en-US" dirty="0" err="1">
                <a:solidFill>
                  <a:schemeClr val="accent1"/>
                </a:solidFill>
              </a:rPr>
              <a:t>block_size</a:t>
            </a:r>
            <a:r>
              <a:rPr lang="en-US" dirty="0">
                <a:solidFill>
                  <a:schemeClr val="accent1"/>
                </a:solidFill>
              </a:rPr>
              <a:t> x </a:t>
            </a:r>
            <a:r>
              <a:rPr lang="en-US" dirty="0" err="1">
                <a:solidFill>
                  <a:schemeClr val="accent1"/>
                </a:solidFill>
              </a:rPr>
              <a:t>head_size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block_size</a:t>
            </a:r>
            <a:r>
              <a:rPr lang="en-US" dirty="0">
                <a:solidFill>
                  <a:schemeClr val="accent1"/>
                </a:solidFill>
              </a:rPr>
              <a:t> x </a:t>
            </a:r>
            <a:r>
              <a:rPr lang="en-US" dirty="0" err="1">
                <a:solidFill>
                  <a:schemeClr val="accent1"/>
                </a:solidFill>
              </a:rPr>
              <a:t>head_size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DFFD0A-4DBD-7F70-1CB9-C780EEFFA85F}"/>
              </a:ext>
            </a:extLst>
          </p:cNvPr>
          <p:cNvSpPr txBox="1"/>
          <p:nvPr/>
        </p:nvSpPr>
        <p:spPr>
          <a:xfrm>
            <a:off x="2055426" y="5214543"/>
            <a:ext cx="81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query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CB11C835-7D70-A28F-506F-3803528E5A4C}"/>
              </a:ext>
            </a:extLst>
          </p:cNvPr>
          <p:cNvSpPr/>
          <p:nvPr/>
        </p:nvSpPr>
        <p:spPr>
          <a:xfrm rot="16200000">
            <a:off x="2265113" y="3940954"/>
            <a:ext cx="270374" cy="2446866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51D2F1-CA89-94D8-4177-9818AF2DC05E}"/>
              </a:ext>
            </a:extLst>
          </p:cNvPr>
          <p:cNvSpPr txBox="1"/>
          <p:nvPr/>
        </p:nvSpPr>
        <p:spPr>
          <a:xfrm>
            <a:off x="4845148" y="5206358"/>
            <a:ext cx="564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key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89548D96-0691-66E9-ECE0-7046346D5F12}"/>
              </a:ext>
            </a:extLst>
          </p:cNvPr>
          <p:cNvSpPr/>
          <p:nvPr/>
        </p:nvSpPr>
        <p:spPr>
          <a:xfrm rot="16200000">
            <a:off x="5018261" y="3954359"/>
            <a:ext cx="193323" cy="2446866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39D330-8D47-260C-3939-9E645BBB007A}"/>
              </a:ext>
            </a:extLst>
          </p:cNvPr>
          <p:cNvSpPr txBox="1"/>
          <p:nvPr/>
        </p:nvSpPr>
        <p:spPr>
          <a:xfrm>
            <a:off x="7600689" y="5274453"/>
            <a:ext cx="75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value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493C99AB-A4FD-5C7E-BFB5-AAF8BE72D944}"/>
              </a:ext>
            </a:extLst>
          </p:cNvPr>
          <p:cNvSpPr/>
          <p:nvPr/>
        </p:nvSpPr>
        <p:spPr>
          <a:xfrm rot="16200000">
            <a:off x="7883170" y="3954356"/>
            <a:ext cx="193325" cy="2446868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5AAAD3-6B1C-1DFA-8205-C52D3DD2A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03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 animBg="1"/>
      <p:bldP spid="22" grpId="0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107D-95A4-C6FC-7077-9F7ACF64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2421" y="2422489"/>
            <a:ext cx="10058400" cy="1609344"/>
          </a:xfrm>
        </p:spPr>
        <p:txBody>
          <a:bodyPr/>
          <a:lstStyle/>
          <a:p>
            <a:r>
              <a:rPr lang="en-US" dirty="0"/>
              <a:t>NEXT…</a:t>
            </a:r>
            <a:r>
              <a:rPr lang="en-US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TRANSFORMER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7F3A0-AE2E-849F-AD0F-C520F431F468}"/>
              </a:ext>
            </a:extLst>
          </p:cNvPr>
          <p:cNvSpPr txBox="1"/>
          <p:nvPr/>
        </p:nvSpPr>
        <p:spPr>
          <a:xfrm>
            <a:off x="4748168" y="3982417"/>
            <a:ext cx="1895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🐦‍🔥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4DBB73-1D55-D47C-A5E6-650B2EE88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08F06-C122-AADE-4D08-F00AF17098B8}"/>
              </a:ext>
            </a:extLst>
          </p:cNvPr>
          <p:cNvSpPr txBox="1"/>
          <p:nvPr/>
        </p:nvSpPr>
        <p:spPr>
          <a:xfrm>
            <a:off x="7757962" y="3503596"/>
            <a:ext cx="1461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(practically)</a:t>
            </a:r>
          </a:p>
        </p:txBody>
      </p:sp>
    </p:spTree>
    <p:extLst>
      <p:ext uri="{BB962C8B-B14F-4D97-AF65-F5344CB8AC3E}">
        <p14:creationId xmlns:p14="http://schemas.microsoft.com/office/powerpoint/2010/main" val="1593235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4328</TotalTime>
  <Words>1210</Words>
  <Application>Microsoft Office PowerPoint</Application>
  <PresentationFormat>Widescreen</PresentationFormat>
  <Paragraphs>623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Rockwell</vt:lpstr>
      <vt:lpstr>Rockwell Condensed</vt:lpstr>
      <vt:lpstr>Wingdings</vt:lpstr>
      <vt:lpstr>Wood Type</vt:lpstr>
      <vt:lpstr>attention</vt:lpstr>
      <vt:lpstr>attention</vt:lpstr>
      <vt:lpstr>PowerPoint Presentation</vt:lpstr>
      <vt:lpstr>PowerPoint Presentation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PowerPoint Presentation</vt:lpstr>
      <vt:lpstr>attention</vt:lpstr>
      <vt:lpstr>attention</vt:lpstr>
      <vt:lpstr>NEXT…TRANSFORMER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Magdy</dc:creator>
  <cp:lastModifiedBy>Youssef Magdy</cp:lastModifiedBy>
  <cp:revision>6</cp:revision>
  <dcterms:created xsi:type="dcterms:W3CDTF">2026-03-05T11:07:09Z</dcterms:created>
  <dcterms:modified xsi:type="dcterms:W3CDTF">2026-03-08T13:17:58Z</dcterms:modified>
</cp:coreProperties>
</file>